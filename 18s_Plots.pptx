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3657600" cy="2743200"/>
            <a:chOff x="914400" y="914400"/>
            <a:chExt cx="3657600" cy="27432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3657600" cy="2743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3657600" cy="2743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10288" y="1208751"/>
              <a:ext cx="1096667" cy="15010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10288" y="2454593"/>
              <a:ext cx="1096667" cy="0"/>
            </a:xfrm>
            <a:custGeom>
              <a:avLst/>
              <a:pathLst>
                <a:path w="1096667" h="0">
                  <a:moveTo>
                    <a:pt x="0" y="0"/>
                  </a:moveTo>
                  <a:lnTo>
                    <a:pt x="1096667" y="0"/>
                  </a:lnTo>
                  <a:lnTo>
                    <a:pt x="109666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10288" y="2002868"/>
              <a:ext cx="1096667" cy="0"/>
            </a:xfrm>
            <a:custGeom>
              <a:avLst/>
              <a:pathLst>
                <a:path w="1096667" h="0">
                  <a:moveTo>
                    <a:pt x="0" y="0"/>
                  </a:moveTo>
                  <a:lnTo>
                    <a:pt x="1096667" y="0"/>
                  </a:lnTo>
                  <a:lnTo>
                    <a:pt x="109666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10288" y="1551143"/>
              <a:ext cx="1096667" cy="0"/>
            </a:xfrm>
            <a:custGeom>
              <a:avLst/>
              <a:pathLst>
                <a:path w="1096667" h="0">
                  <a:moveTo>
                    <a:pt x="0" y="0"/>
                  </a:moveTo>
                  <a:lnTo>
                    <a:pt x="1096667" y="0"/>
                  </a:lnTo>
                  <a:lnTo>
                    <a:pt x="109666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1677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3991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06306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858621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010936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163251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15566" y="1208751"/>
              <a:ext cx="0" cy="1501035"/>
            </a:xfrm>
            <a:custGeom>
              <a:avLst/>
              <a:pathLst>
                <a:path w="0" h="1501035">
                  <a:moveTo>
                    <a:pt x="0" y="150103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348366" y="1424546"/>
              <a:ext cx="106620" cy="578322"/>
            </a:xfrm>
            <a:prstGeom prst="rect">
              <a:avLst/>
            </a:prstGeom>
            <a:solidFill>
              <a:srgbClr val="7D26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500681" y="1456757"/>
              <a:ext cx="106620" cy="546111"/>
            </a:xfrm>
            <a:prstGeom prst="rect">
              <a:avLst/>
            </a:prstGeom>
            <a:solidFill>
              <a:srgbClr val="7D26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652996" y="1523431"/>
              <a:ext cx="106620" cy="479436"/>
            </a:xfrm>
            <a:prstGeom prst="rect">
              <a:avLst/>
            </a:prstGeom>
            <a:solidFill>
              <a:srgbClr val="7D26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805311" y="1606373"/>
              <a:ext cx="106620" cy="396495"/>
            </a:xfrm>
            <a:prstGeom prst="rect">
              <a:avLst/>
            </a:prstGeom>
            <a:solidFill>
              <a:srgbClr val="7D26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957626" y="1656457"/>
              <a:ext cx="106620" cy="346410"/>
            </a:xfrm>
            <a:prstGeom prst="rect">
              <a:avLst/>
            </a:prstGeom>
            <a:solidFill>
              <a:srgbClr val="7D26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109941" y="2002868"/>
              <a:ext cx="106620" cy="461531"/>
            </a:xfrm>
            <a:prstGeom prst="rect">
              <a:avLst/>
            </a:prstGeom>
            <a:solidFill>
              <a:srgbClr val="00CD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62256" y="2002868"/>
              <a:ext cx="106620" cy="539305"/>
            </a:xfrm>
            <a:prstGeom prst="rect">
              <a:avLst/>
            </a:prstGeom>
            <a:solidFill>
              <a:srgbClr val="00CD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86445" y="1276980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1677" y="1276980"/>
              <a:ext cx="0" cy="295131"/>
            </a:xfrm>
            <a:custGeom>
              <a:avLst/>
              <a:pathLst>
                <a:path w="0" h="295131">
                  <a:moveTo>
                    <a:pt x="0" y="0"/>
                  </a:moveTo>
                  <a:lnTo>
                    <a:pt x="0" y="29513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6445" y="1572112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538760" y="1344391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53991" y="1344391"/>
              <a:ext cx="0" cy="224730"/>
            </a:xfrm>
            <a:custGeom>
              <a:avLst/>
              <a:pathLst>
                <a:path w="0" h="224730">
                  <a:moveTo>
                    <a:pt x="0" y="0"/>
                  </a:moveTo>
                  <a:lnTo>
                    <a:pt x="0" y="2247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538760" y="1569122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91075" y="1433293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06306" y="1433293"/>
              <a:ext cx="0" cy="180277"/>
            </a:xfrm>
            <a:custGeom>
              <a:avLst/>
              <a:pathLst>
                <a:path w="0" h="180277">
                  <a:moveTo>
                    <a:pt x="0" y="0"/>
                  </a:moveTo>
                  <a:lnTo>
                    <a:pt x="0" y="1802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91075" y="1613570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43390" y="1504861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58621" y="1504861"/>
              <a:ext cx="0" cy="203023"/>
            </a:xfrm>
            <a:custGeom>
              <a:avLst/>
              <a:pathLst>
                <a:path w="0" h="203023">
                  <a:moveTo>
                    <a:pt x="0" y="0"/>
                  </a:moveTo>
                  <a:lnTo>
                    <a:pt x="0" y="2030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43390" y="1707884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995705" y="1574899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010936" y="1574899"/>
              <a:ext cx="0" cy="163117"/>
            </a:xfrm>
            <a:custGeom>
              <a:avLst/>
              <a:pathLst>
                <a:path w="0" h="163117">
                  <a:moveTo>
                    <a:pt x="0" y="0"/>
                  </a:moveTo>
                  <a:lnTo>
                    <a:pt x="0" y="1631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95705" y="1738016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48020" y="2389173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163251" y="2389173"/>
              <a:ext cx="0" cy="150453"/>
            </a:xfrm>
            <a:custGeom>
              <a:avLst/>
              <a:pathLst>
                <a:path w="0" h="150453">
                  <a:moveTo>
                    <a:pt x="0" y="0"/>
                  </a:moveTo>
                  <a:lnTo>
                    <a:pt x="0" y="15045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148020" y="2539626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300335" y="2442789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315566" y="2442789"/>
              <a:ext cx="0" cy="198768"/>
            </a:xfrm>
            <a:custGeom>
              <a:avLst/>
              <a:pathLst>
                <a:path w="0" h="198768">
                  <a:moveTo>
                    <a:pt x="0" y="0"/>
                  </a:moveTo>
                  <a:lnTo>
                    <a:pt x="0" y="1987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300335" y="2641557"/>
              <a:ext cx="30462" cy="0"/>
            </a:xfrm>
            <a:custGeom>
              <a:avLst/>
              <a:pathLst>
                <a:path w="30462" h="0">
                  <a:moveTo>
                    <a:pt x="0" y="0"/>
                  </a:moveTo>
                  <a:lnTo>
                    <a:pt x="3046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310288" y="1208751"/>
              <a:ext cx="1096667" cy="1501035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148262" y="2414588"/>
              <a:ext cx="9939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185478" y="196286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85478" y="1511138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pl48"/>
            <p:cNvSpPr/>
            <p:nvPr/>
          </p:nvSpPr>
          <p:spPr>
            <a:xfrm>
              <a:off x="1275493" y="24545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275493" y="20028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275493" y="15511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401677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553991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706306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858621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010936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163251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315566" y="270978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 rot="-2700000">
              <a:off x="740558" y="3046261"/>
              <a:ext cx="80768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Heterotrichea_X</a:t>
              </a:r>
            </a:p>
          </p:txBody>
        </p:sp>
        <p:sp>
          <p:nvSpPr>
            <p:cNvPr id="59" name="tx59"/>
            <p:cNvSpPr/>
            <p:nvPr/>
          </p:nvSpPr>
          <p:spPr>
            <a:xfrm rot="-2700000">
              <a:off x="686122" y="3131900"/>
              <a:ext cx="10499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Chlamydomonadales</a:t>
              </a:r>
            </a:p>
          </p:txBody>
        </p:sp>
        <p:sp>
          <p:nvSpPr>
            <p:cNvPr id="60" name="tx60"/>
            <p:cNvSpPr/>
            <p:nvPr/>
          </p:nvSpPr>
          <p:spPr>
            <a:xfrm rot="-2700000">
              <a:off x="1103803" y="3021982"/>
              <a:ext cx="73901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Himatismenida</a:t>
              </a:r>
            </a:p>
          </p:txBody>
        </p:sp>
        <p:sp>
          <p:nvSpPr>
            <p:cNvPr id="61" name="tx61"/>
            <p:cNvSpPr/>
            <p:nvPr/>
          </p:nvSpPr>
          <p:spPr>
            <a:xfrm rot="-2700000">
              <a:off x="1409796" y="2958326"/>
              <a:ext cx="55897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Hypotrichia</a:t>
              </a:r>
            </a:p>
          </p:txBody>
        </p:sp>
        <p:sp>
          <p:nvSpPr>
            <p:cNvPr id="62" name="tx62"/>
            <p:cNvSpPr/>
            <p:nvPr/>
          </p:nvSpPr>
          <p:spPr>
            <a:xfrm rot="-2700000">
              <a:off x="1408121" y="3022111"/>
              <a:ext cx="73938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Thecamoebida</a:t>
              </a:r>
            </a:p>
          </p:txBody>
        </p:sp>
        <p:sp>
          <p:nvSpPr>
            <p:cNvPr id="63" name="tx63"/>
            <p:cNvSpPr/>
            <p:nvPr/>
          </p:nvSpPr>
          <p:spPr>
            <a:xfrm rot="-2700000">
              <a:off x="1390991" y="3092297"/>
              <a:ext cx="93790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Ustilaginomycotina</a:t>
              </a:r>
            </a:p>
          </p:txBody>
        </p:sp>
        <p:sp>
          <p:nvSpPr>
            <p:cNvPr id="64" name="tx64"/>
            <p:cNvSpPr/>
            <p:nvPr/>
          </p:nvSpPr>
          <p:spPr>
            <a:xfrm rot="-2700000">
              <a:off x="1649375" y="3048362"/>
              <a:ext cx="81363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Microthamniales</a:t>
              </a:r>
            </a:p>
          </p:txBody>
        </p:sp>
        <p:sp>
          <p:nvSpPr>
            <p:cNvPr id="65" name="tx65"/>
            <p:cNvSpPr/>
            <p:nvPr/>
          </p:nvSpPr>
          <p:spPr>
            <a:xfrm rot="-5400000">
              <a:off x="536664" y="1909251"/>
              <a:ext cx="9946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Log fold change</a:t>
              </a:r>
            </a:p>
          </p:txBody>
        </p:sp>
        <p:sp>
          <p:nvSpPr>
            <p:cNvPr id="66" name="rc66"/>
            <p:cNvSpPr/>
            <p:nvPr/>
          </p:nvSpPr>
          <p:spPr>
            <a:xfrm>
              <a:off x="2546133" y="1670224"/>
              <a:ext cx="1956276" cy="5780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615723" y="1739813"/>
              <a:ext cx="219456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624723" y="1748813"/>
              <a:ext cx="201456" cy="201456"/>
            </a:xfrm>
            <a:prstGeom prst="rect">
              <a:avLst/>
            </a:prstGeom>
            <a:solidFill>
              <a:srgbClr val="7D26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15723" y="1959269"/>
              <a:ext cx="219456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24723" y="1968269"/>
              <a:ext cx="201456" cy="201455"/>
            </a:xfrm>
            <a:prstGeom prst="rect">
              <a:avLst/>
            </a:prstGeom>
            <a:solidFill>
              <a:srgbClr val="00CDCD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2904768" y="1809536"/>
              <a:ext cx="144712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Positive LFC (more in latrine)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904768" y="2028992"/>
              <a:ext cx="152805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Negative LFC (more in control)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220553" y="983989"/>
              <a:ext cx="127613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Log fold changes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2026-03-31T10:46:12Z</dcterms:modified>
  <cp:category/>
</cp:coreProperties>
</file>