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571EC-98EA-4261-A613-FA397B629F2D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E3AC0-9FFB-4A0C-9872-8DEF6073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4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E3AC0-9FFB-4A0C-9872-8DEF60731A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52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6373368" cy="43434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35251" y="1423604"/>
              <a:ext cx="1129938" cy="1998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35251" y="3380137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35251" y="2889163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35251" y="2398188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35251" y="1907214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335251" y="3134650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335251" y="2643676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335251" y="2152701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335251" y="1661726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643416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2157024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t16"/>
            <p:cNvSpPr/>
            <p:nvPr/>
          </p:nvSpPr>
          <p:spPr>
            <a:xfrm>
              <a:off x="1618590" y="1489608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643416" y="1661726"/>
              <a:ext cx="0" cy="441877"/>
            </a:xfrm>
            <a:custGeom>
              <a:avLst/>
              <a:gdLst/>
              <a:ahLst/>
              <a:cxnLst/>
              <a:rect l="0" t="0" r="0" b="0"/>
              <a:pathLst>
                <a:path h="441877">
                  <a:moveTo>
                    <a:pt x="0" y="4418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643416" y="2435011"/>
              <a:ext cx="0" cy="135018"/>
            </a:xfrm>
            <a:custGeom>
              <a:avLst/>
              <a:gdLst/>
              <a:ahLst/>
              <a:cxnLst/>
              <a:rect l="0" t="0" r="0" b="0"/>
              <a:pathLst>
                <a:path h="135018">
                  <a:moveTo>
                    <a:pt x="0" y="0"/>
                  </a:moveTo>
                  <a:lnTo>
                    <a:pt x="0" y="13501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9"/>
            <p:cNvSpPr/>
            <p:nvPr/>
          </p:nvSpPr>
          <p:spPr>
            <a:xfrm>
              <a:off x="1450812" y="2103604"/>
              <a:ext cx="385206" cy="331407"/>
            </a:xfrm>
            <a:custGeom>
              <a:avLst/>
              <a:gdLst/>
              <a:ahLst/>
              <a:cxnLst/>
              <a:rect l="0" t="0" r="0" b="0"/>
              <a:pathLst>
                <a:path w="385206" h="331407">
                  <a:moveTo>
                    <a:pt x="0" y="0"/>
                  </a:moveTo>
                  <a:lnTo>
                    <a:pt x="0" y="331407"/>
                  </a:lnTo>
                  <a:lnTo>
                    <a:pt x="385206" y="331407"/>
                  </a:lnTo>
                  <a:lnTo>
                    <a:pt x="385206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450812" y="2373640"/>
              <a:ext cx="385206" cy="0"/>
            </a:xfrm>
            <a:custGeom>
              <a:avLst/>
              <a:gdLst/>
              <a:ahLst/>
              <a:cxnLst/>
              <a:rect l="0" t="0" r="0" b="0"/>
              <a:pathLst>
                <a:path w="385206">
                  <a:moveTo>
                    <a:pt x="0" y="0"/>
                  </a:moveTo>
                  <a:lnTo>
                    <a:pt x="38520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157024" y="1637178"/>
              <a:ext cx="0" cy="362093"/>
            </a:xfrm>
            <a:custGeom>
              <a:avLst/>
              <a:gdLst/>
              <a:ahLst/>
              <a:cxnLst/>
              <a:rect l="0" t="0" r="0" b="0"/>
              <a:pathLst>
                <a:path h="362093">
                  <a:moveTo>
                    <a:pt x="0" y="36209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2157024" y="2349091"/>
              <a:ext cx="0" cy="270036"/>
            </a:xfrm>
            <a:custGeom>
              <a:avLst/>
              <a:gdLst/>
              <a:ahLst/>
              <a:cxnLst/>
              <a:rect l="0" t="0" r="0" b="0"/>
              <a:pathLst>
                <a:path h="270036">
                  <a:moveTo>
                    <a:pt x="0" y="0"/>
                  </a:moveTo>
                  <a:lnTo>
                    <a:pt x="0" y="27003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3"/>
            <p:cNvSpPr/>
            <p:nvPr/>
          </p:nvSpPr>
          <p:spPr>
            <a:xfrm>
              <a:off x="1964421" y="1999271"/>
              <a:ext cx="385206" cy="349819"/>
            </a:xfrm>
            <a:custGeom>
              <a:avLst/>
              <a:gdLst/>
              <a:ahLst/>
              <a:cxnLst/>
              <a:rect l="0" t="0" r="0" b="0"/>
              <a:pathLst>
                <a:path w="385206" h="349819">
                  <a:moveTo>
                    <a:pt x="0" y="0"/>
                  </a:moveTo>
                  <a:lnTo>
                    <a:pt x="0" y="349819"/>
                  </a:lnTo>
                  <a:lnTo>
                    <a:pt x="385206" y="349819"/>
                  </a:lnTo>
                  <a:lnTo>
                    <a:pt x="385206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1964421" y="2250896"/>
              <a:ext cx="385206" cy="0"/>
            </a:xfrm>
            <a:custGeom>
              <a:avLst/>
              <a:gdLst/>
              <a:ahLst/>
              <a:cxnLst/>
              <a:rect l="0" t="0" r="0" b="0"/>
              <a:pathLst>
                <a:path w="385206">
                  <a:moveTo>
                    <a:pt x="0" y="0"/>
                  </a:moveTo>
                  <a:lnTo>
                    <a:pt x="38520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1598264" y="1469282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598264" y="1616575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111872" y="1641123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111872" y="1592026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1598264" y="2377585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1598264" y="2205744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2111872" y="2132098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111872" y="2058452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1598264" y="2524878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1598264" y="2377585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2111872" y="2377585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111872" y="2573975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598264" y="2279390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598264" y="2426683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2111872" y="2279390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2111872" y="2279390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335251" y="1423604"/>
              <a:ext cx="1129938" cy="199826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2534778" y="1423604"/>
              <a:ext cx="1129938" cy="1998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534778" y="3380137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2534778" y="2889163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2534778" y="2398188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2534778" y="1907214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2534778" y="3134650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2534778" y="2643676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2534778" y="2152701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2534778" y="1661726"/>
              <a:ext cx="1129938" cy="0"/>
            </a:xfrm>
            <a:custGeom>
              <a:avLst/>
              <a:gdLst/>
              <a:ahLst/>
              <a:cxnLst/>
              <a:rect l="0" t="0" r="0" b="0"/>
              <a:pathLst>
                <a:path w="1129938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2842943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3356551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2842943" y="1980860"/>
              <a:ext cx="0" cy="441877"/>
            </a:xfrm>
            <a:custGeom>
              <a:avLst/>
              <a:gdLst/>
              <a:ahLst/>
              <a:cxnLst/>
              <a:rect l="0" t="0" r="0" b="0"/>
              <a:pathLst>
                <a:path h="441877">
                  <a:moveTo>
                    <a:pt x="0" y="4418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842943" y="3067141"/>
              <a:ext cx="0" cy="263898"/>
            </a:xfrm>
            <a:custGeom>
              <a:avLst/>
              <a:gdLst/>
              <a:ahLst/>
              <a:cxnLst/>
              <a:rect l="0" t="0" r="0" b="0"/>
              <a:pathLst>
                <a:path h="263898">
                  <a:moveTo>
                    <a:pt x="0" y="0"/>
                  </a:moveTo>
                  <a:lnTo>
                    <a:pt x="0" y="26389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g55"/>
            <p:cNvSpPr/>
            <p:nvPr/>
          </p:nvSpPr>
          <p:spPr>
            <a:xfrm>
              <a:off x="2650340" y="2422737"/>
              <a:ext cx="385206" cy="644404"/>
            </a:xfrm>
            <a:custGeom>
              <a:avLst/>
              <a:gdLst/>
              <a:ahLst/>
              <a:cxnLst/>
              <a:rect l="0" t="0" r="0" b="0"/>
              <a:pathLst>
                <a:path w="385206" h="644404">
                  <a:moveTo>
                    <a:pt x="0" y="0"/>
                  </a:moveTo>
                  <a:lnTo>
                    <a:pt x="0" y="644404"/>
                  </a:lnTo>
                  <a:lnTo>
                    <a:pt x="385206" y="644404"/>
                  </a:lnTo>
                  <a:lnTo>
                    <a:pt x="385206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650340" y="2655950"/>
              <a:ext cx="385206" cy="0"/>
            </a:xfrm>
            <a:custGeom>
              <a:avLst/>
              <a:gdLst/>
              <a:ahLst/>
              <a:cxnLst/>
              <a:rect l="0" t="0" r="0" b="0"/>
              <a:pathLst>
                <a:path w="385206">
                  <a:moveTo>
                    <a:pt x="0" y="0"/>
                  </a:moveTo>
                  <a:lnTo>
                    <a:pt x="38520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3356551" y="1980860"/>
              <a:ext cx="0" cy="251624"/>
            </a:xfrm>
            <a:custGeom>
              <a:avLst/>
              <a:gdLst/>
              <a:ahLst/>
              <a:cxnLst/>
              <a:rect l="0" t="0" r="0" b="0"/>
              <a:pathLst>
                <a:path h="251624">
                  <a:moveTo>
                    <a:pt x="0" y="2516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3356551" y="2471834"/>
              <a:ext cx="0" cy="196389"/>
            </a:xfrm>
            <a:custGeom>
              <a:avLst/>
              <a:gdLst/>
              <a:ahLst/>
              <a:cxnLst/>
              <a:rect l="0" t="0" r="0" b="0"/>
              <a:pathLst>
                <a:path h="196389">
                  <a:moveTo>
                    <a:pt x="0" y="0"/>
                  </a:moveTo>
                  <a:lnTo>
                    <a:pt x="0" y="19638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3163948" y="2232484"/>
              <a:ext cx="385206" cy="239350"/>
            </a:xfrm>
            <a:custGeom>
              <a:avLst/>
              <a:gdLst/>
              <a:ahLst/>
              <a:cxnLst/>
              <a:rect l="0" t="0" r="0" b="0"/>
              <a:pathLst>
                <a:path w="385206" h="239350">
                  <a:moveTo>
                    <a:pt x="0" y="0"/>
                  </a:moveTo>
                  <a:lnTo>
                    <a:pt x="0" y="239350"/>
                  </a:lnTo>
                  <a:lnTo>
                    <a:pt x="385206" y="239350"/>
                  </a:lnTo>
                  <a:lnTo>
                    <a:pt x="385206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3163948" y="2373640"/>
              <a:ext cx="385206" cy="0"/>
            </a:xfrm>
            <a:custGeom>
              <a:avLst/>
              <a:gdLst/>
              <a:ahLst/>
              <a:cxnLst/>
              <a:rect l="0" t="0" r="0" b="0"/>
              <a:pathLst>
                <a:path w="385206">
                  <a:moveTo>
                    <a:pt x="0" y="0"/>
                  </a:moveTo>
                  <a:lnTo>
                    <a:pt x="38520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2797791" y="2402134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2797791" y="2303939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3311399" y="2254842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3311399" y="2230293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2797791" y="2426683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2797791" y="2573975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3311399" y="1935708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3311399" y="1935708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2797791" y="2107549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2797791" y="223029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3311399" y="2303939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3311399" y="223029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2797791" y="2524878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2797791" y="2426683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3311399" y="2156647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3311399" y="2132098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2797791" y="193570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2797791" y="193570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3311399" y="2156647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3311399" y="2107549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2797791" y="3236791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2797791" y="3285888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3311399" y="2205744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3311399" y="2279390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2797791" y="2279390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2797791" y="2279390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3311399" y="2009354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3311399" y="2083000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2797791" y="2721267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2797791" y="2745816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3311399" y="2328488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3311399" y="2402134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2797791" y="2451231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2797791" y="2524878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3311399" y="2426683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3311399" y="2475780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2797791" y="2893108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2797791" y="2893108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3311399" y="2573975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3311399" y="2598524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2797791" y="3040401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2797791" y="3015852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3311399" y="2426683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3311399" y="2549426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2797791" y="2500329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2797791" y="2549426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3311399" y="2328488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3311399" y="2254842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2797791" y="3114047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2797791" y="3138596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3311399" y="2353036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3311399" y="2156647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2797791" y="3261339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2797791" y="3138596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3311399" y="2475780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3311399" y="2426683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2797791" y="1960257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2797791" y="2083000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3311399" y="2328488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3311399" y="2181195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2797791" y="2794914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2797791" y="2770365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3311399" y="2475780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3311399" y="2328488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2797791" y="2991303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3311399" y="2426683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3311399" y="2451231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2797791" y="2647621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3311399" y="2623072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3311399" y="2598524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2797791" y="3114047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2797791" y="3064950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3311399" y="2279390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3311399" y="2377585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2534778" y="1423604"/>
              <a:ext cx="1129938" cy="199826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1335251" y="1208751"/>
              <a:ext cx="1129938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tx137"/>
            <p:cNvSpPr/>
            <p:nvPr/>
          </p:nvSpPr>
          <p:spPr>
            <a:xfrm>
              <a:off x="1844350" y="1276173"/>
              <a:ext cx="11173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i="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LIA</a:t>
              </a:r>
              <a:endParaRPr sz="2000" b="1" i="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38" name="rc138"/>
            <p:cNvSpPr/>
            <p:nvPr/>
          </p:nvSpPr>
          <p:spPr>
            <a:xfrm>
              <a:off x="2534778" y="1208751"/>
              <a:ext cx="1129938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tx139"/>
            <p:cNvSpPr/>
            <p:nvPr/>
          </p:nvSpPr>
          <p:spPr>
            <a:xfrm>
              <a:off x="3003506" y="1276173"/>
              <a:ext cx="19248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i="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RGM</a:t>
              </a:r>
              <a:endParaRPr sz="2000" b="1" i="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40" name="pl140"/>
            <p:cNvSpPr/>
            <p:nvPr/>
          </p:nvSpPr>
          <p:spPr>
            <a:xfrm>
              <a:off x="1643416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2157024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tx142"/>
            <p:cNvSpPr/>
            <p:nvPr/>
          </p:nvSpPr>
          <p:spPr>
            <a:xfrm>
              <a:off x="1475669" y="3484500"/>
              <a:ext cx="3354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i="0" dirty="0">
                  <a:latin typeface="Arial"/>
                  <a:cs typeface="Arial"/>
                </a:rPr>
                <a:t>reference</a:t>
              </a:r>
              <a:endParaRPr sz="2000" b="1" i="0" dirty="0">
                <a:latin typeface="Arial"/>
                <a:cs typeface="Arial"/>
              </a:endParaRPr>
            </a:p>
          </p:txBody>
        </p:sp>
        <p:sp>
          <p:nvSpPr>
            <p:cNvPr id="143" name="tx143"/>
            <p:cNvSpPr/>
            <p:nvPr/>
          </p:nvSpPr>
          <p:spPr>
            <a:xfrm>
              <a:off x="2004822" y="3484500"/>
              <a:ext cx="30440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dirty="0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4" name="pl144"/>
            <p:cNvSpPr/>
            <p:nvPr/>
          </p:nvSpPr>
          <p:spPr>
            <a:xfrm>
              <a:off x="2842943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3356551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tx146"/>
            <p:cNvSpPr/>
            <p:nvPr/>
          </p:nvSpPr>
          <p:spPr>
            <a:xfrm>
              <a:off x="2675196" y="3484500"/>
              <a:ext cx="3354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i="0" dirty="0">
                  <a:latin typeface="Arial"/>
                  <a:cs typeface="Arial"/>
                </a:rPr>
                <a:t>reference</a:t>
              </a:r>
              <a:endParaRPr sz="2000" b="1" i="0" dirty="0">
                <a:latin typeface="Arial"/>
                <a:cs typeface="Arial"/>
              </a:endParaRPr>
            </a:p>
          </p:txBody>
        </p:sp>
        <p:sp>
          <p:nvSpPr>
            <p:cNvPr id="147" name="tx147"/>
            <p:cNvSpPr/>
            <p:nvPr/>
          </p:nvSpPr>
          <p:spPr>
            <a:xfrm>
              <a:off x="3204349" y="3484500"/>
              <a:ext cx="30440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dirty="0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153849" y="309464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153849" y="260367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1153849" y="211269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1153849" y="162172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52" name="pl152"/>
            <p:cNvSpPr/>
            <p:nvPr/>
          </p:nvSpPr>
          <p:spPr>
            <a:xfrm>
              <a:off x="1300456" y="313465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1300456" y="264367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1300456" y="215270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1300456" y="166172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tx156"/>
            <p:cNvSpPr/>
            <p:nvPr/>
          </p:nvSpPr>
          <p:spPr>
            <a:xfrm rot="-5400000">
              <a:off x="587505" y="2372719"/>
              <a:ext cx="893003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dirty="0">
                  <a:latin typeface="Arial"/>
                  <a:cs typeface="Arial"/>
                </a:rPr>
                <a:t>Genus</a:t>
              </a:r>
              <a:r>
                <a:rPr sz="2000" b="1" i="0" dirty="0">
                  <a:latin typeface="Arial"/>
                  <a:cs typeface="Arial"/>
                </a:rPr>
                <a:t> Richness</a:t>
              </a:r>
            </a:p>
          </p:txBody>
        </p:sp>
        <p:sp>
          <p:nvSpPr>
            <p:cNvPr id="157" name="rc157"/>
            <p:cNvSpPr/>
            <p:nvPr/>
          </p:nvSpPr>
          <p:spPr>
            <a:xfrm>
              <a:off x="3803894" y="1704974"/>
              <a:ext cx="698516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8" name="tx158"/>
            <p:cNvSpPr/>
            <p:nvPr/>
          </p:nvSpPr>
          <p:spPr>
            <a:xfrm>
              <a:off x="3873483" y="1789285"/>
              <a:ext cx="55933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elevation</a:t>
              </a:r>
            </a:p>
          </p:txBody>
        </p:sp>
        <p:pic>
          <p:nvPicPr>
            <p:cNvPr id="159" name="pic1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3483" y="1973631"/>
              <a:ext cx="219455" cy="1097280"/>
            </a:xfrm>
            <a:prstGeom prst="rect">
              <a:avLst/>
            </a:prstGeom>
          </p:spPr>
        </p:pic>
        <p:sp>
          <p:nvSpPr>
            <p:cNvPr id="160" name="pl160"/>
            <p:cNvSpPr/>
            <p:nvPr/>
          </p:nvSpPr>
          <p:spPr>
            <a:xfrm>
              <a:off x="4049048" y="274246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4049048" y="23754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4049048" y="200848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3873483" y="274246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3873483" y="23754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3873483" y="200848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tx166"/>
            <p:cNvSpPr/>
            <p:nvPr/>
          </p:nvSpPr>
          <p:spPr>
            <a:xfrm>
              <a:off x="4162528" y="2702458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5200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162528" y="2335471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5300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4162528" y="1968484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5400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1335251" y="983989"/>
              <a:ext cx="265075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  <a:r>
                <a:rPr sz="132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) 18S Wet Season Alpha Diversity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3BBD9DA-739C-0816-ECBA-FDD7C2626F1B}"/>
              </a:ext>
            </a:extLst>
          </p:cNvPr>
          <p:cNvGrpSpPr/>
          <p:nvPr/>
        </p:nvGrpSpPr>
        <p:grpSpPr>
          <a:xfrm>
            <a:off x="1313708" y="1501012"/>
            <a:ext cx="5266512" cy="4682950"/>
            <a:chOff x="1313708" y="1501012"/>
            <a:chExt cx="5266512" cy="4682950"/>
          </a:xfrm>
        </p:grpSpPr>
        <p:grpSp>
          <p:nvGrpSpPr>
            <p:cNvPr id="2" name="Group 1"/>
            <p:cNvGrpSpPr/>
            <p:nvPr/>
          </p:nvGrpSpPr>
          <p:grpSpPr>
            <a:xfrm>
              <a:off x="1313708" y="1501012"/>
              <a:ext cx="5266512" cy="4682950"/>
              <a:chOff x="1085137" y="1208751"/>
              <a:chExt cx="2251867" cy="2349815"/>
            </a:xfrm>
          </p:grpSpPr>
          <p:sp>
            <p:nvSpPr>
              <p:cNvPr id="5" name="rc5"/>
              <p:cNvSpPr/>
              <p:nvPr/>
            </p:nvSpPr>
            <p:spPr>
              <a:xfrm>
                <a:off x="1465736" y="1208751"/>
                <a:ext cx="1443045" cy="204884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pl6"/>
              <p:cNvSpPr/>
              <p:nvPr/>
            </p:nvSpPr>
            <p:spPr>
              <a:xfrm>
                <a:off x="1465736" y="3023194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pl7"/>
              <p:cNvSpPr/>
              <p:nvPr/>
            </p:nvSpPr>
            <p:spPr>
              <a:xfrm>
                <a:off x="1465736" y="2479285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pl8"/>
              <p:cNvSpPr/>
              <p:nvPr/>
            </p:nvSpPr>
            <p:spPr>
              <a:xfrm>
                <a:off x="1465736" y="1935376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pl9"/>
              <p:cNvSpPr/>
              <p:nvPr/>
            </p:nvSpPr>
            <p:spPr>
              <a:xfrm>
                <a:off x="1465736" y="1391467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pl10"/>
              <p:cNvSpPr/>
              <p:nvPr/>
            </p:nvSpPr>
            <p:spPr>
              <a:xfrm>
                <a:off x="1559915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pl11"/>
              <p:cNvSpPr/>
              <p:nvPr/>
            </p:nvSpPr>
            <p:spPr>
              <a:xfrm>
                <a:off x="1922459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pl12"/>
              <p:cNvSpPr/>
              <p:nvPr/>
            </p:nvSpPr>
            <p:spPr>
              <a:xfrm>
                <a:off x="2285004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pl13"/>
              <p:cNvSpPr/>
              <p:nvPr/>
            </p:nvSpPr>
            <p:spPr>
              <a:xfrm>
                <a:off x="2647549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pl14"/>
              <p:cNvSpPr/>
              <p:nvPr/>
            </p:nvSpPr>
            <p:spPr>
              <a:xfrm>
                <a:off x="1465736" y="2751239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pl15"/>
              <p:cNvSpPr/>
              <p:nvPr/>
            </p:nvSpPr>
            <p:spPr>
              <a:xfrm>
                <a:off x="1465736" y="2207330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pl16"/>
              <p:cNvSpPr/>
              <p:nvPr/>
            </p:nvSpPr>
            <p:spPr>
              <a:xfrm>
                <a:off x="1465736" y="1663422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pl17"/>
              <p:cNvSpPr/>
              <p:nvPr/>
            </p:nvSpPr>
            <p:spPr>
              <a:xfrm>
                <a:off x="1741187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pl18"/>
              <p:cNvSpPr/>
              <p:nvPr/>
            </p:nvSpPr>
            <p:spPr>
              <a:xfrm>
                <a:off x="2103732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pl19"/>
              <p:cNvSpPr/>
              <p:nvPr/>
            </p:nvSpPr>
            <p:spPr>
              <a:xfrm>
                <a:off x="2466276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pl20"/>
              <p:cNvSpPr/>
              <p:nvPr/>
            </p:nvSpPr>
            <p:spPr>
              <a:xfrm>
                <a:off x="2828821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pg21"/>
              <p:cNvSpPr/>
              <p:nvPr/>
            </p:nvSpPr>
            <p:spPr>
              <a:xfrm>
                <a:off x="1709844" y="1301881"/>
                <a:ext cx="395939" cy="69530"/>
              </a:xfrm>
              <a:custGeom>
                <a:avLst/>
                <a:gdLst/>
                <a:ahLst/>
                <a:cxnLst/>
                <a:rect l="0" t="0" r="0" b="0"/>
                <a:pathLst>
                  <a:path w="395939" h="69530">
                    <a:moveTo>
                      <a:pt x="97091" y="69530"/>
                    </a:moveTo>
                    <a:lnTo>
                      <a:pt x="0" y="0"/>
                    </a:lnTo>
                    <a:lnTo>
                      <a:pt x="395939" y="25284"/>
                    </a:lnTo>
                    <a:close/>
                  </a:path>
                </a:pathLst>
              </a:custGeom>
              <a:solidFill>
                <a:srgbClr val="F8766D">
                  <a:alpha val="10196"/>
                </a:srgbClr>
              </a:solidFill>
              <a:ln w="13550" cap="flat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pg22"/>
              <p:cNvSpPr/>
              <p:nvPr/>
            </p:nvSpPr>
            <p:spPr>
              <a:xfrm>
                <a:off x="1531329" y="1672168"/>
                <a:ext cx="626567" cy="1492298"/>
              </a:xfrm>
              <a:custGeom>
                <a:avLst/>
                <a:gdLst/>
                <a:ahLst/>
                <a:cxnLst/>
                <a:rect l="0" t="0" r="0" b="0"/>
                <a:pathLst>
                  <a:path w="626567" h="1492298">
                    <a:moveTo>
                      <a:pt x="626567" y="1071382"/>
                    </a:moveTo>
                    <a:lnTo>
                      <a:pt x="380760" y="1371971"/>
                    </a:lnTo>
                    <a:lnTo>
                      <a:pt x="120632" y="1492298"/>
                    </a:lnTo>
                    <a:lnTo>
                      <a:pt x="28295" y="1449857"/>
                    </a:lnTo>
                    <a:lnTo>
                      <a:pt x="0" y="829748"/>
                    </a:lnTo>
                    <a:lnTo>
                      <a:pt x="139514" y="504422"/>
                    </a:lnTo>
                    <a:lnTo>
                      <a:pt x="378485" y="0"/>
                    </a:lnTo>
                    <a:lnTo>
                      <a:pt x="484211" y="38448"/>
                    </a:lnTo>
                    <a:close/>
                  </a:path>
                </a:pathLst>
              </a:custGeom>
              <a:solidFill>
                <a:srgbClr val="7CAE00">
                  <a:alpha val="10196"/>
                </a:srgbClr>
              </a:solidFill>
              <a:ln w="13550" cap="flat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pg23"/>
              <p:cNvSpPr/>
              <p:nvPr/>
            </p:nvSpPr>
            <p:spPr>
              <a:xfrm>
                <a:off x="1778037" y="1443503"/>
                <a:ext cx="441478" cy="968735"/>
              </a:xfrm>
              <a:custGeom>
                <a:avLst/>
                <a:gdLst/>
                <a:ahLst/>
                <a:cxnLst/>
                <a:rect l="0" t="0" r="0" b="0"/>
                <a:pathLst>
                  <a:path w="441478" h="968735">
                    <a:moveTo>
                      <a:pt x="407597" y="610855"/>
                    </a:moveTo>
                    <a:lnTo>
                      <a:pt x="441478" y="9687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FC4">
                  <a:alpha val="10196"/>
                </a:srgbClr>
              </a:solidFill>
              <a:ln w="13550" cap="flat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pg24"/>
              <p:cNvSpPr/>
              <p:nvPr/>
            </p:nvSpPr>
            <p:spPr>
              <a:xfrm>
                <a:off x="1861099" y="1590009"/>
                <a:ext cx="982089" cy="1192998"/>
              </a:xfrm>
              <a:custGeom>
                <a:avLst/>
                <a:gdLst/>
                <a:ahLst/>
                <a:cxnLst/>
                <a:rect l="0" t="0" r="0" b="0"/>
                <a:pathLst>
                  <a:path w="982089" h="1192998">
                    <a:moveTo>
                      <a:pt x="898946" y="578237"/>
                    </a:moveTo>
                    <a:lnTo>
                      <a:pt x="982089" y="855416"/>
                    </a:lnTo>
                    <a:lnTo>
                      <a:pt x="795057" y="1192998"/>
                    </a:lnTo>
                    <a:lnTo>
                      <a:pt x="86692" y="954966"/>
                    </a:lnTo>
                    <a:lnTo>
                      <a:pt x="0" y="0"/>
                    </a:lnTo>
                    <a:lnTo>
                      <a:pt x="113828" y="24070"/>
                    </a:lnTo>
                    <a:lnTo>
                      <a:pt x="651664" y="225816"/>
                    </a:lnTo>
                    <a:lnTo>
                      <a:pt x="809442" y="379503"/>
                    </a:lnTo>
                    <a:close/>
                  </a:path>
                </a:pathLst>
              </a:custGeom>
              <a:solidFill>
                <a:srgbClr val="C77CFF">
                  <a:alpha val="10196"/>
                </a:srgbClr>
              </a:solidFill>
              <a:ln w="13550" cap="flat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t25"/>
              <p:cNvSpPr/>
              <p:nvPr/>
            </p:nvSpPr>
            <p:spPr>
              <a:xfrm>
                <a:off x="2467612" y="1770673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pt26"/>
              <p:cNvSpPr/>
              <p:nvPr/>
            </p:nvSpPr>
            <p:spPr>
              <a:xfrm>
                <a:off x="1829604" y="2635583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pt27"/>
              <p:cNvSpPr/>
              <p:nvPr/>
            </p:nvSpPr>
            <p:spPr>
              <a:xfrm>
                <a:off x="2388695" y="1932971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pt28"/>
              <p:cNvSpPr/>
              <p:nvPr/>
            </p:nvSpPr>
            <p:spPr>
              <a:xfrm>
                <a:off x="1625691" y="2131439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pt29"/>
              <p:cNvSpPr/>
              <p:nvPr/>
            </p:nvSpPr>
            <p:spPr>
              <a:xfrm>
                <a:off x="2277216" y="1714076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pt30"/>
              <p:cNvSpPr/>
              <p:nvPr/>
            </p:nvSpPr>
            <p:spPr>
              <a:xfrm>
                <a:off x="1814488" y="2392321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pt31"/>
              <p:cNvSpPr/>
              <p:nvPr/>
            </p:nvSpPr>
            <p:spPr>
              <a:xfrm>
                <a:off x="2611005" y="2737856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pt32"/>
              <p:cNvSpPr/>
              <p:nvPr/>
            </p:nvSpPr>
            <p:spPr>
              <a:xfrm>
                <a:off x="1866937" y="2998988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pt33"/>
              <p:cNvSpPr/>
              <p:nvPr/>
            </p:nvSpPr>
            <p:spPr>
              <a:xfrm>
                <a:off x="2048077" y="2404916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pt34"/>
              <p:cNvSpPr/>
              <p:nvPr/>
            </p:nvSpPr>
            <p:spPr>
              <a:xfrm>
                <a:off x="1711266" y="2153673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pt35"/>
              <p:cNvSpPr/>
              <p:nvPr/>
            </p:nvSpPr>
            <p:spPr>
              <a:xfrm>
                <a:off x="2625390" y="1924361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pt36"/>
              <p:cNvSpPr/>
              <p:nvPr/>
            </p:nvSpPr>
            <p:spPr>
              <a:xfrm>
                <a:off x="1580792" y="2919455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pt37"/>
              <p:cNvSpPr/>
              <p:nvPr/>
            </p:nvSpPr>
            <p:spPr>
              <a:xfrm>
                <a:off x="2674612" y="2333601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pt38"/>
              <p:cNvSpPr/>
              <p:nvPr/>
            </p:nvSpPr>
            <p:spPr>
              <a:xfrm>
                <a:off x="1514473" y="3076874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pt39"/>
              <p:cNvSpPr/>
              <p:nvPr/>
            </p:nvSpPr>
            <p:spPr>
              <a:xfrm>
                <a:off x="2230587" y="1788768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pt40"/>
              <p:cNvSpPr/>
              <p:nvPr/>
            </p:nvSpPr>
            <p:spPr>
              <a:xfrm>
                <a:off x="2060632" y="1282013"/>
                <a:ext cx="90303" cy="90303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pt41"/>
              <p:cNvSpPr/>
              <p:nvPr/>
            </p:nvSpPr>
            <p:spPr>
              <a:xfrm>
                <a:off x="1973363" y="1890731"/>
                <a:ext cx="90303" cy="90303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pt42"/>
              <p:cNvSpPr/>
              <p:nvPr/>
            </p:nvSpPr>
            <p:spPr>
              <a:xfrm>
                <a:off x="1909013" y="1927543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pt43"/>
              <p:cNvSpPr/>
              <p:nvPr/>
            </p:nvSpPr>
            <p:spPr>
              <a:xfrm>
                <a:off x="2415851" y="2509262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pt44"/>
              <p:cNvSpPr/>
              <p:nvPr/>
            </p:nvSpPr>
            <p:spPr>
              <a:xfrm>
                <a:off x="1735009" y="2671082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pt45"/>
              <p:cNvSpPr/>
              <p:nvPr/>
            </p:nvSpPr>
            <p:spPr>
              <a:xfrm>
                <a:off x="2714894" y="2123095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pt46"/>
              <p:cNvSpPr/>
              <p:nvPr/>
            </p:nvSpPr>
            <p:spPr>
              <a:xfrm>
                <a:off x="1486177" y="2456765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pt47"/>
              <p:cNvSpPr/>
              <p:nvPr/>
            </p:nvSpPr>
            <p:spPr>
              <a:xfrm>
                <a:off x="1929776" y="1568928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pt48"/>
              <p:cNvSpPr/>
              <p:nvPr/>
            </p:nvSpPr>
            <p:spPr>
              <a:xfrm>
                <a:off x="2112744" y="2698399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pt49"/>
              <p:cNvSpPr/>
              <p:nvPr/>
            </p:nvSpPr>
            <p:spPr>
              <a:xfrm>
                <a:off x="2644726" y="2644406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pt50"/>
              <p:cNvSpPr/>
              <p:nvPr/>
            </p:nvSpPr>
            <p:spPr>
              <a:xfrm>
                <a:off x="1691307" y="2872471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pt51"/>
              <p:cNvSpPr/>
              <p:nvPr/>
            </p:nvSpPr>
            <p:spPr>
              <a:xfrm>
                <a:off x="2617647" y="2421608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pt52"/>
              <p:cNvSpPr/>
              <p:nvPr/>
            </p:nvSpPr>
            <p:spPr>
              <a:xfrm>
                <a:off x="1971510" y="2147002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pt53"/>
              <p:cNvSpPr/>
              <p:nvPr/>
            </p:nvSpPr>
            <p:spPr>
              <a:xfrm>
                <a:off x="1815947" y="1544857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pt54"/>
              <p:cNvSpPr/>
              <p:nvPr/>
            </p:nvSpPr>
            <p:spPr>
              <a:xfrm>
                <a:off x="1664692" y="1256729"/>
                <a:ext cx="90303" cy="90303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pt55"/>
              <p:cNvSpPr/>
              <p:nvPr/>
            </p:nvSpPr>
            <p:spPr>
              <a:xfrm>
                <a:off x="1732885" y="1398351"/>
                <a:ext cx="90303" cy="90303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pt56"/>
              <p:cNvSpPr/>
              <p:nvPr/>
            </p:nvSpPr>
            <p:spPr>
              <a:xfrm>
                <a:off x="1761784" y="1326259"/>
                <a:ext cx="90303" cy="90303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pt57"/>
              <p:cNvSpPr/>
              <p:nvPr/>
            </p:nvSpPr>
            <p:spPr>
              <a:xfrm>
                <a:off x="2140483" y="2009206"/>
                <a:ext cx="90303" cy="90303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pt58"/>
              <p:cNvSpPr/>
              <p:nvPr/>
            </p:nvSpPr>
            <p:spPr>
              <a:xfrm>
                <a:off x="1811460" y="2151681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pt59"/>
              <p:cNvSpPr/>
              <p:nvPr/>
            </p:nvSpPr>
            <p:spPr>
              <a:xfrm>
                <a:off x="2516468" y="2133599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" name="pt60"/>
              <p:cNvSpPr/>
              <p:nvPr/>
            </p:nvSpPr>
            <p:spPr>
              <a:xfrm>
                <a:off x="1765655" y="1276931"/>
                <a:ext cx="90303" cy="90303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" name="pt61"/>
              <p:cNvSpPr/>
              <p:nvPr/>
            </p:nvSpPr>
            <p:spPr>
              <a:xfrm>
                <a:off x="2174364" y="2367086"/>
                <a:ext cx="90303" cy="90303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" name="pt62"/>
              <p:cNvSpPr/>
              <p:nvPr/>
            </p:nvSpPr>
            <p:spPr>
              <a:xfrm>
                <a:off x="1864662" y="1627016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" name="pt63"/>
              <p:cNvSpPr/>
              <p:nvPr/>
            </p:nvSpPr>
            <p:spPr>
              <a:xfrm>
                <a:off x="2601849" y="2196097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pt64"/>
              <p:cNvSpPr/>
              <p:nvPr/>
            </p:nvSpPr>
            <p:spPr>
              <a:xfrm>
                <a:off x="1839156" y="2168992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" name="pt65"/>
              <p:cNvSpPr/>
              <p:nvPr/>
            </p:nvSpPr>
            <p:spPr>
              <a:xfrm>
                <a:off x="2383494" y="2220512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pt66"/>
              <p:cNvSpPr/>
              <p:nvPr/>
            </p:nvSpPr>
            <p:spPr>
              <a:xfrm>
                <a:off x="1970388" y="1665465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pt67"/>
              <p:cNvSpPr/>
              <p:nvPr/>
            </p:nvSpPr>
            <p:spPr>
              <a:xfrm>
                <a:off x="1902640" y="2499824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" name="pt68"/>
              <p:cNvSpPr/>
              <p:nvPr/>
            </p:nvSpPr>
            <p:spPr>
              <a:xfrm>
                <a:off x="1606809" y="3119315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pt69"/>
              <p:cNvSpPr/>
              <p:nvPr/>
            </p:nvSpPr>
            <p:spPr>
              <a:xfrm>
                <a:off x="2798036" y="2400273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" name="pt70"/>
              <p:cNvSpPr/>
              <p:nvPr/>
            </p:nvSpPr>
            <p:spPr>
              <a:xfrm>
                <a:off x="1814800" y="1969159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rc71"/>
              <p:cNvSpPr/>
              <p:nvPr/>
            </p:nvSpPr>
            <p:spPr>
              <a:xfrm>
                <a:off x="1465736" y="1208751"/>
                <a:ext cx="1443045" cy="2048845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" name="tx72"/>
              <p:cNvSpPr/>
              <p:nvPr/>
            </p:nvSpPr>
            <p:spPr>
              <a:xfrm>
                <a:off x="1185172" y="2711234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-0.03</a:t>
                </a:r>
              </a:p>
            </p:txBody>
          </p:sp>
          <p:sp>
            <p:nvSpPr>
              <p:cNvPr id="73" name="tx73"/>
              <p:cNvSpPr/>
              <p:nvPr/>
            </p:nvSpPr>
            <p:spPr>
              <a:xfrm>
                <a:off x="1222387" y="2167325"/>
                <a:ext cx="21762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0.00</a:t>
                </a:r>
              </a:p>
            </p:txBody>
          </p:sp>
          <p:sp>
            <p:nvSpPr>
              <p:cNvPr id="74" name="tx74"/>
              <p:cNvSpPr/>
              <p:nvPr/>
            </p:nvSpPr>
            <p:spPr>
              <a:xfrm>
                <a:off x="1222387" y="1623417"/>
                <a:ext cx="21762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0.03</a:t>
                </a:r>
              </a:p>
            </p:txBody>
          </p:sp>
          <p:sp>
            <p:nvSpPr>
              <p:cNvPr id="75" name="pl75"/>
              <p:cNvSpPr/>
              <p:nvPr/>
            </p:nvSpPr>
            <p:spPr>
              <a:xfrm>
                <a:off x="1430941" y="2751239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" name="pl76"/>
              <p:cNvSpPr/>
              <p:nvPr/>
            </p:nvSpPr>
            <p:spPr>
              <a:xfrm>
                <a:off x="1430941" y="2207330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" name="pl77"/>
              <p:cNvSpPr/>
              <p:nvPr/>
            </p:nvSpPr>
            <p:spPr>
              <a:xfrm>
                <a:off x="1430941" y="1663422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" name="pl78"/>
              <p:cNvSpPr/>
              <p:nvPr/>
            </p:nvSpPr>
            <p:spPr>
              <a:xfrm>
                <a:off x="1741187" y="3257597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" name="pl79"/>
              <p:cNvSpPr/>
              <p:nvPr/>
            </p:nvSpPr>
            <p:spPr>
              <a:xfrm>
                <a:off x="2103732" y="3257597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" name="pl80"/>
              <p:cNvSpPr/>
              <p:nvPr/>
            </p:nvSpPr>
            <p:spPr>
              <a:xfrm>
                <a:off x="2466276" y="3257597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pl81"/>
              <p:cNvSpPr/>
              <p:nvPr/>
            </p:nvSpPr>
            <p:spPr>
              <a:xfrm>
                <a:off x="2828821" y="3257597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" name="tx82"/>
              <p:cNvSpPr/>
              <p:nvPr/>
            </p:nvSpPr>
            <p:spPr>
              <a:xfrm>
                <a:off x="1613765" y="3320227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-0.04</a:t>
                </a:r>
              </a:p>
            </p:txBody>
          </p:sp>
          <p:sp>
            <p:nvSpPr>
              <p:cNvPr id="83" name="tx83"/>
              <p:cNvSpPr/>
              <p:nvPr/>
            </p:nvSpPr>
            <p:spPr>
              <a:xfrm>
                <a:off x="1994918" y="3320227"/>
                <a:ext cx="21762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0.00</a:t>
                </a:r>
              </a:p>
            </p:txBody>
          </p:sp>
          <p:sp>
            <p:nvSpPr>
              <p:cNvPr id="84" name="tx84"/>
              <p:cNvSpPr/>
              <p:nvPr/>
            </p:nvSpPr>
            <p:spPr>
              <a:xfrm>
                <a:off x="2357463" y="3320227"/>
                <a:ext cx="21762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0.04</a:t>
                </a:r>
              </a:p>
            </p:txBody>
          </p:sp>
          <p:sp>
            <p:nvSpPr>
              <p:cNvPr id="85" name="tx85"/>
              <p:cNvSpPr/>
              <p:nvPr/>
            </p:nvSpPr>
            <p:spPr>
              <a:xfrm>
                <a:off x="2720007" y="3320227"/>
                <a:ext cx="21762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0.08</a:t>
                </a:r>
              </a:p>
            </p:txBody>
          </p:sp>
          <p:sp>
            <p:nvSpPr>
              <p:cNvPr id="86" name="tx86"/>
              <p:cNvSpPr/>
              <p:nvPr/>
            </p:nvSpPr>
            <p:spPr>
              <a:xfrm>
                <a:off x="1950337" y="3458531"/>
                <a:ext cx="473842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PCoA 1</a:t>
                </a:r>
              </a:p>
            </p:txBody>
          </p:sp>
          <p:sp>
            <p:nvSpPr>
              <p:cNvPr id="87" name="tx87"/>
              <p:cNvSpPr/>
              <p:nvPr/>
            </p:nvSpPr>
            <p:spPr>
              <a:xfrm rot="16200000">
                <a:off x="898234" y="2183156"/>
                <a:ext cx="473842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PCoA 2</a:t>
                </a:r>
              </a:p>
            </p:txBody>
          </p:sp>
          <p:sp>
            <p:nvSpPr>
              <p:cNvPr id="90" name="rc90"/>
              <p:cNvSpPr/>
              <p:nvPr/>
            </p:nvSpPr>
            <p:spPr>
              <a:xfrm>
                <a:off x="3117548" y="1893796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" name="rc92"/>
              <p:cNvSpPr/>
              <p:nvPr/>
            </p:nvSpPr>
            <p:spPr>
              <a:xfrm>
                <a:off x="3117548" y="2113252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" name="rc94"/>
              <p:cNvSpPr/>
              <p:nvPr/>
            </p:nvSpPr>
            <p:spPr>
              <a:xfrm>
                <a:off x="3117548" y="2332708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" name="rc96"/>
              <p:cNvSpPr/>
              <p:nvPr/>
            </p:nvSpPr>
            <p:spPr>
              <a:xfrm>
                <a:off x="3117548" y="2552164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03" name="tx96">
              <a:extLst>
                <a:ext uri="{FF2B5EF4-FFF2-40B4-BE49-F238E27FC236}">
                  <a16:creationId xmlns:a16="http://schemas.microsoft.com/office/drawing/2014/main" id="{D2B37F25-D985-CA37-B899-3C73CCABA908}"/>
                </a:ext>
              </a:extLst>
            </p:cNvPr>
            <p:cNvSpPr/>
            <p:nvPr/>
          </p:nvSpPr>
          <p:spPr>
            <a:xfrm>
              <a:off x="3738435" y="1594671"/>
              <a:ext cx="1461379" cy="1736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</a:t>
              </a:r>
              <a:r>
                <a:rPr lang="en-US"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Reference</a:t>
              </a:r>
              <a:endParaRPr sz="160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04" name="tx97">
              <a:extLst>
                <a:ext uri="{FF2B5EF4-FFF2-40B4-BE49-F238E27FC236}">
                  <a16:creationId xmlns:a16="http://schemas.microsoft.com/office/drawing/2014/main" id="{7A4D19CF-F645-8881-EB67-E83F4C7C2827}"/>
                </a:ext>
              </a:extLst>
            </p:cNvPr>
            <p:cNvSpPr/>
            <p:nvPr/>
          </p:nvSpPr>
          <p:spPr>
            <a:xfrm>
              <a:off x="2776929" y="5350140"/>
              <a:ext cx="1723063" cy="1736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</a:t>
              </a:r>
              <a:r>
                <a:rPr lang="en-US"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Reference</a:t>
              </a:r>
              <a:endParaRPr sz="160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05" name="tx98">
              <a:extLst>
                <a:ext uri="{FF2B5EF4-FFF2-40B4-BE49-F238E27FC236}">
                  <a16:creationId xmlns:a16="http://schemas.microsoft.com/office/drawing/2014/main" id="{7CD75FA6-2610-106F-4E08-D066EF093E20}"/>
                </a:ext>
              </a:extLst>
            </p:cNvPr>
            <p:cNvSpPr/>
            <p:nvPr/>
          </p:nvSpPr>
          <p:spPr>
            <a:xfrm>
              <a:off x="3793707" y="2066629"/>
              <a:ext cx="1412570" cy="1736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Latrine</a:t>
              </a:r>
            </a:p>
          </p:txBody>
        </p:sp>
        <p:sp>
          <p:nvSpPr>
            <p:cNvPr id="106" name="tx99">
              <a:extLst>
                <a:ext uri="{FF2B5EF4-FFF2-40B4-BE49-F238E27FC236}">
                  <a16:creationId xmlns:a16="http://schemas.microsoft.com/office/drawing/2014/main" id="{82929315-4171-4419-18B6-CE9F20B558C1}"/>
                </a:ext>
              </a:extLst>
            </p:cNvPr>
            <p:cNvSpPr/>
            <p:nvPr/>
          </p:nvSpPr>
          <p:spPr>
            <a:xfrm>
              <a:off x="3998037" y="4791371"/>
              <a:ext cx="1674254" cy="1736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Latrine</a:t>
              </a:r>
            </a:p>
          </p:txBody>
        </p:sp>
        <p:cxnSp>
          <p:nvCxnSpPr>
            <p:cNvPr id="109" name="Straight Connector 107">
              <a:extLst>
                <a:ext uri="{FF2B5EF4-FFF2-40B4-BE49-F238E27FC236}">
                  <a16:creationId xmlns:a16="http://schemas.microsoft.com/office/drawing/2014/main" id="{B37E340F-85CC-2E73-40B4-4FA3AD5EC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7904" y="2240251"/>
              <a:ext cx="423571" cy="9007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45</Words>
  <Application>Microsoft Office PowerPoint</Application>
  <PresentationFormat>On-screen Show (4:3)</PresentationFormat>
  <Paragraphs>30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Eckhoff, Amanda Bryn - eckhofax</cp:lastModifiedBy>
  <cp:revision>8</cp:revision>
  <dcterms:created xsi:type="dcterms:W3CDTF">2017-02-13T16:18:36Z</dcterms:created>
  <dcterms:modified xsi:type="dcterms:W3CDTF">2026-04-07T14:40:13Z</dcterms:modified>
  <cp:category/>
</cp:coreProperties>
</file>