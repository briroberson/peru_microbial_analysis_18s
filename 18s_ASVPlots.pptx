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64BC8-D49B-44A8-AB07-A9FAFD7F3ABB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A825F-20AA-4246-AD03-E1BF06502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E3AC0-9FFB-4A0C-9872-8DEF60731A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67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59609" y="1423604"/>
              <a:ext cx="106775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459609" y="3118501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459609" y="245014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459609" y="178177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59609" y="278432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59609" y="211595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59609" y="1447598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750816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236161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750816" y="1514434"/>
              <a:ext cx="0" cy="424409"/>
            </a:xfrm>
            <a:custGeom>
              <a:avLst/>
              <a:gdLst/>
              <a:ahLst/>
              <a:cxnLst/>
              <a:rect l="0" t="0" r="0" b="0"/>
              <a:pathLst>
                <a:path h="424409">
                  <a:moveTo>
                    <a:pt x="0" y="4244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750816" y="2348549"/>
              <a:ext cx="0" cy="130998"/>
            </a:xfrm>
            <a:custGeom>
              <a:avLst/>
              <a:gdLst/>
              <a:ahLst/>
              <a:cxnLst/>
              <a:rect l="0" t="0" r="0" b="0"/>
              <a:pathLst>
                <a:path h="130998">
                  <a:moveTo>
                    <a:pt x="0" y="0"/>
                  </a:moveTo>
                  <a:lnTo>
                    <a:pt x="0" y="13099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1568812" y="1938843"/>
              <a:ext cx="364008" cy="409705"/>
            </a:xfrm>
            <a:custGeom>
              <a:avLst/>
              <a:gdLst/>
              <a:ahLst/>
              <a:cxnLst/>
              <a:rect l="0" t="0" r="0" b="0"/>
              <a:pathLst>
                <a:path w="364008" h="409705">
                  <a:moveTo>
                    <a:pt x="0" y="0"/>
                  </a:moveTo>
                  <a:lnTo>
                    <a:pt x="0" y="409705"/>
                  </a:lnTo>
                  <a:lnTo>
                    <a:pt x="364008" y="409705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568812" y="2248963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236161" y="1855298"/>
              <a:ext cx="0" cy="337522"/>
            </a:xfrm>
            <a:custGeom>
              <a:avLst/>
              <a:gdLst/>
              <a:ahLst/>
              <a:cxnLst/>
              <a:rect l="0" t="0" r="0" b="0"/>
              <a:pathLst>
                <a:path h="337522">
                  <a:moveTo>
                    <a:pt x="0" y="3375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236161" y="2455487"/>
              <a:ext cx="0" cy="374282"/>
            </a:xfrm>
            <a:custGeom>
              <a:avLst/>
              <a:gdLst/>
              <a:ahLst/>
              <a:cxnLst/>
              <a:rect l="0" t="0" r="0" b="0"/>
              <a:pathLst>
                <a:path h="374282">
                  <a:moveTo>
                    <a:pt x="0" y="0"/>
                  </a:moveTo>
                  <a:lnTo>
                    <a:pt x="0" y="37428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2054157" y="2192821"/>
              <a:ext cx="364008" cy="262665"/>
            </a:xfrm>
            <a:custGeom>
              <a:avLst/>
              <a:gdLst/>
              <a:ahLst/>
              <a:cxnLst/>
              <a:rect l="0" t="0" r="0" b="0"/>
              <a:pathLst>
                <a:path w="364008" h="262665">
                  <a:moveTo>
                    <a:pt x="0" y="0"/>
                  </a:moveTo>
                  <a:lnTo>
                    <a:pt x="0" y="262665"/>
                  </a:lnTo>
                  <a:lnTo>
                    <a:pt x="364008" y="262665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054157" y="2345875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705664" y="1534782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705664" y="1469282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191009" y="2148337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2191009" y="1810146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705664" y="2363550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705664" y="2013328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191009" y="2229877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191009" y="2145664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705664" y="2434396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1705664" y="224324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191009" y="2371570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191009" y="2784617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705664" y="2164378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705664" y="2283346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191009" y="2399641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2191009" y="2442416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459609" y="1423604"/>
              <a:ext cx="106775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2596957" y="1423604"/>
              <a:ext cx="106775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2596957" y="3118501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596957" y="245014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596957" y="178177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596957" y="278432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596957" y="211595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596957" y="1447598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888164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373509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888164" y="2153387"/>
              <a:ext cx="0" cy="403021"/>
            </a:xfrm>
            <a:custGeom>
              <a:avLst/>
              <a:gdLst/>
              <a:ahLst/>
              <a:cxnLst/>
              <a:rect l="0" t="0" r="0" b="0"/>
              <a:pathLst>
                <a:path h="403021">
                  <a:moveTo>
                    <a:pt x="0" y="4030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888164" y="3232791"/>
              <a:ext cx="0" cy="98249"/>
            </a:xfrm>
            <a:custGeom>
              <a:avLst/>
              <a:gdLst/>
              <a:ahLst/>
              <a:cxnLst/>
              <a:rect l="0" t="0" r="0" b="0"/>
              <a:pathLst>
                <a:path h="98249">
                  <a:moveTo>
                    <a:pt x="0" y="0"/>
                  </a:moveTo>
                  <a:lnTo>
                    <a:pt x="0" y="982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50"/>
            <p:cNvSpPr/>
            <p:nvPr/>
          </p:nvSpPr>
          <p:spPr>
            <a:xfrm>
              <a:off x="2706160" y="2556409"/>
              <a:ext cx="364008" cy="676381"/>
            </a:xfrm>
            <a:custGeom>
              <a:avLst/>
              <a:gdLst/>
              <a:ahLst/>
              <a:cxnLst/>
              <a:rect l="0" t="0" r="0" b="0"/>
              <a:pathLst>
                <a:path w="364008" h="676381">
                  <a:moveTo>
                    <a:pt x="0" y="0"/>
                  </a:moveTo>
                  <a:lnTo>
                    <a:pt x="0" y="676381"/>
                  </a:lnTo>
                  <a:lnTo>
                    <a:pt x="364008" y="676381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706160" y="2864524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348683" y="2224806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3348683" y="2224806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348683" y="2369172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3348683" y="2353131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3373509" y="2498262"/>
              <a:ext cx="0" cy="176447"/>
            </a:xfrm>
            <a:custGeom>
              <a:avLst/>
              <a:gdLst/>
              <a:ahLst/>
              <a:cxnLst/>
              <a:rect l="0" t="0" r="0" b="0"/>
              <a:pathLst>
                <a:path h="176447">
                  <a:moveTo>
                    <a:pt x="0" y="17644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373509" y="2849486"/>
              <a:ext cx="0" cy="199505"/>
            </a:xfrm>
            <a:custGeom>
              <a:avLst/>
              <a:gdLst/>
              <a:ahLst/>
              <a:cxnLst/>
              <a:rect l="0" t="0" r="0" b="0"/>
              <a:pathLst>
                <a:path h="199505">
                  <a:moveTo>
                    <a:pt x="0" y="0"/>
                  </a:moveTo>
                  <a:lnTo>
                    <a:pt x="0" y="19950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g58"/>
            <p:cNvSpPr/>
            <p:nvPr/>
          </p:nvSpPr>
          <p:spPr>
            <a:xfrm>
              <a:off x="3191504" y="2674709"/>
              <a:ext cx="364008" cy="174776"/>
            </a:xfrm>
            <a:custGeom>
              <a:avLst/>
              <a:gdLst/>
              <a:ahLst/>
              <a:cxnLst/>
              <a:rect l="0" t="0" r="0" b="0"/>
              <a:pathLst>
                <a:path w="364008" h="174776">
                  <a:moveTo>
                    <a:pt x="0" y="0"/>
                  </a:moveTo>
                  <a:lnTo>
                    <a:pt x="0" y="174776"/>
                  </a:lnTo>
                  <a:lnTo>
                    <a:pt x="364008" y="174776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3191504" y="2730183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2843012" y="2578762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843012" y="2511926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3328357" y="2707087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3328357" y="2696393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843012" y="2463804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843012" y="256004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328357" y="2204480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3328357" y="2204480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843012" y="243974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2843012" y="2581435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3328357" y="2728475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3328357" y="2675006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2843012" y="2735158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2843012" y="2509252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3328357" y="2453110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3328357" y="2553364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843012" y="2187102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2843012" y="2165715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3328357" y="2650945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3328357" y="2598813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2843012" y="3285888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2843012" y="3268511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3328357" y="2641588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328357" y="2681690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843012" y="2108236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2843012" y="2280673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3328357" y="2348846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328357" y="2332805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2843012" y="2955718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843012" y="2879524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3328357" y="2625547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328357" y="2689710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2843012" y="2586782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843012" y="2522620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3328357" y="2914279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3328357" y="2872841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2843012" y="3186971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2843012" y="320835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3328357" y="2850117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3328357" y="2824719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2843012" y="3169593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2843012" y="3122808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328357" y="2807341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328357" y="2795311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2843012" y="2759219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2843012" y="2751199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3328357" y="264559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3328357" y="264559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2843012" y="3189644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2843012" y="322038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328357" y="266163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3328357" y="258410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843012" y="3272521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843012" y="3231082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3328357" y="2724465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3328357" y="2704414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2843012" y="2171062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2843012" y="2283346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3328357" y="2586782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328357" y="2688373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2843012" y="3082706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2843012" y="3065329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3328357" y="289556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3328357" y="272446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2843012" y="3094737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3328357" y="2823382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3328357" y="2891555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2843012" y="3038594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3328357" y="300384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328357" y="2962401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2843012" y="3245786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2843012" y="3239103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3328357" y="2665649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328357" y="2662975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2596957" y="1423604"/>
              <a:ext cx="106775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1459609" y="1208751"/>
              <a:ext cx="106775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tx136"/>
            <p:cNvSpPr/>
            <p:nvPr/>
          </p:nvSpPr>
          <p:spPr>
            <a:xfrm>
              <a:off x="1937619" y="1276173"/>
              <a:ext cx="1117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2596957" y="1208751"/>
              <a:ext cx="106775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tx138"/>
            <p:cNvSpPr/>
            <p:nvPr/>
          </p:nvSpPr>
          <p:spPr>
            <a:xfrm>
              <a:off x="3034596" y="1276173"/>
              <a:ext cx="1924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</a:p>
          </p:txBody>
        </p:sp>
        <p:sp>
          <p:nvSpPr>
            <p:cNvPr id="139" name="pl139"/>
            <p:cNvSpPr/>
            <p:nvPr/>
          </p:nvSpPr>
          <p:spPr>
            <a:xfrm>
              <a:off x="1750816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2236161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tx141"/>
            <p:cNvSpPr/>
            <p:nvPr/>
          </p:nvSpPr>
          <p:spPr>
            <a:xfrm>
              <a:off x="1583069" y="3484500"/>
              <a:ext cx="3354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2083959" y="3484500"/>
              <a:ext cx="30440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3" name="pl143"/>
            <p:cNvSpPr/>
            <p:nvPr/>
          </p:nvSpPr>
          <p:spPr>
            <a:xfrm>
              <a:off x="2888164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3373509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2720417" y="3484500"/>
              <a:ext cx="3354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221307" y="3484500"/>
              <a:ext cx="30440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210441" y="2744315"/>
              <a:ext cx="18653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148262" y="2075954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148262" y="1407593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150" name="pl150"/>
            <p:cNvSpPr/>
            <p:nvPr/>
          </p:nvSpPr>
          <p:spPr>
            <a:xfrm>
              <a:off x="1424815" y="27843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1424815" y="21159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1424815" y="14475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tx153"/>
            <p:cNvSpPr/>
            <p:nvPr/>
          </p:nvSpPr>
          <p:spPr>
            <a:xfrm rot="-5400000">
              <a:off x="587505" y="2372719"/>
              <a:ext cx="893003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ASV Richness</a:t>
              </a:r>
            </a:p>
          </p:txBody>
        </p:sp>
        <p:sp>
          <p:nvSpPr>
            <p:cNvPr id="154" name="rc154"/>
            <p:cNvSpPr/>
            <p:nvPr/>
          </p:nvSpPr>
          <p:spPr>
            <a:xfrm>
              <a:off x="3803894" y="1704974"/>
              <a:ext cx="69851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5" name="tx155"/>
            <p:cNvSpPr/>
            <p:nvPr/>
          </p:nvSpPr>
          <p:spPr>
            <a:xfrm>
              <a:off x="3873483" y="1789285"/>
              <a:ext cx="55933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elevation</a:t>
              </a:r>
            </a:p>
          </p:txBody>
        </p:sp>
        <p:pic>
          <p:nvPicPr>
            <p:cNvPr id="156" name="pic1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3483" y="1973631"/>
              <a:ext cx="219455" cy="1097280"/>
            </a:xfrm>
            <a:prstGeom prst="rect">
              <a:avLst/>
            </a:prstGeom>
          </p:spPr>
        </p:pic>
        <p:sp>
          <p:nvSpPr>
            <p:cNvPr id="157" name="pl157"/>
            <p:cNvSpPr/>
            <p:nvPr/>
          </p:nvSpPr>
          <p:spPr>
            <a:xfrm>
              <a:off x="4049048" y="274246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4049048" y="23754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4049048" y="20084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3873483" y="274246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3873483" y="23754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3873483" y="20084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tx163"/>
            <p:cNvSpPr/>
            <p:nvPr/>
          </p:nvSpPr>
          <p:spPr>
            <a:xfrm>
              <a:off x="4162528" y="2702458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162528" y="2335471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162528" y="1968484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459609" y="983989"/>
              <a:ext cx="265075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18S  Wet Season Alpha Diversity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65736" y="1208751"/>
              <a:ext cx="1443045" cy="20488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465736" y="2733490"/>
              <a:ext cx="1443045" cy="0"/>
            </a:xfrm>
            <a:custGeom>
              <a:avLst/>
              <a:gdLst/>
              <a:ahLst/>
              <a:cxnLst/>
              <a:rect l="0" t="0" r="0" b="0"/>
              <a:pathLst>
                <a:path w="1443045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465736" y="2032263"/>
              <a:ext cx="1443045" cy="0"/>
            </a:xfrm>
            <a:custGeom>
              <a:avLst/>
              <a:gdLst/>
              <a:ahLst/>
              <a:cxnLst/>
              <a:rect l="0" t="0" r="0" b="0"/>
              <a:pathLst>
                <a:path w="1443045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465736" y="1331037"/>
              <a:ext cx="1443045" cy="0"/>
            </a:xfrm>
            <a:custGeom>
              <a:avLst/>
              <a:gdLst/>
              <a:ahLst/>
              <a:cxnLst/>
              <a:rect l="0" t="0" r="0" b="0"/>
              <a:pathLst>
                <a:path w="1443045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692970" y="1208751"/>
              <a:ext cx="0" cy="2048845"/>
            </a:xfrm>
            <a:custGeom>
              <a:avLst/>
              <a:gdLst/>
              <a:ahLst/>
              <a:cxnLst/>
              <a:rect l="0" t="0" r="0" b="0"/>
              <a:pathLst>
                <a:path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2211161" y="1208751"/>
              <a:ext cx="0" cy="2048845"/>
            </a:xfrm>
            <a:custGeom>
              <a:avLst/>
              <a:gdLst/>
              <a:ahLst/>
              <a:cxnLst/>
              <a:rect l="0" t="0" r="0" b="0"/>
              <a:pathLst>
                <a:path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729352" y="1208751"/>
              <a:ext cx="0" cy="2048845"/>
            </a:xfrm>
            <a:custGeom>
              <a:avLst/>
              <a:gdLst/>
              <a:ahLst/>
              <a:cxnLst/>
              <a:rect l="0" t="0" r="0" b="0"/>
              <a:pathLst>
                <a:path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65736" y="3084103"/>
              <a:ext cx="1443045" cy="0"/>
            </a:xfrm>
            <a:custGeom>
              <a:avLst/>
              <a:gdLst/>
              <a:ahLst/>
              <a:cxnLst/>
              <a:rect l="0" t="0" r="0" b="0"/>
              <a:pathLst>
                <a:path w="1443045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65736" y="2382877"/>
              <a:ext cx="1443045" cy="0"/>
            </a:xfrm>
            <a:custGeom>
              <a:avLst/>
              <a:gdLst/>
              <a:ahLst/>
              <a:cxnLst/>
              <a:rect l="0" t="0" r="0" b="0"/>
              <a:pathLst>
                <a:path w="1443045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465736" y="1681650"/>
              <a:ext cx="1443045" cy="0"/>
            </a:xfrm>
            <a:custGeom>
              <a:avLst/>
              <a:gdLst/>
              <a:ahLst/>
              <a:cxnLst/>
              <a:rect l="0" t="0" r="0" b="0"/>
              <a:pathLst>
                <a:path w="1443045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952066" y="1208751"/>
              <a:ext cx="0" cy="2048845"/>
            </a:xfrm>
            <a:custGeom>
              <a:avLst/>
              <a:gdLst/>
              <a:ahLst/>
              <a:cxnLst/>
              <a:rect l="0" t="0" r="0" b="0"/>
              <a:pathLst>
                <a:path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2470256" y="1208751"/>
              <a:ext cx="0" cy="2048845"/>
            </a:xfrm>
            <a:custGeom>
              <a:avLst/>
              <a:gdLst/>
              <a:ahLst/>
              <a:cxnLst/>
              <a:rect l="0" t="0" r="0" b="0"/>
              <a:pathLst>
                <a:path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2485366" y="2947692"/>
              <a:ext cx="85059" cy="216775"/>
            </a:xfrm>
            <a:custGeom>
              <a:avLst/>
              <a:gdLst/>
              <a:ahLst/>
              <a:cxnLst/>
              <a:rect l="0" t="0" r="0" b="0"/>
              <a:pathLst>
                <a:path w="85059" h="216775">
                  <a:moveTo>
                    <a:pt x="0" y="216775"/>
                  </a:moveTo>
                  <a:lnTo>
                    <a:pt x="38809" y="7100"/>
                  </a:lnTo>
                  <a:lnTo>
                    <a:pt x="83946" y="0"/>
                  </a:lnTo>
                  <a:lnTo>
                    <a:pt x="85059" y="3477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  <a:ln w="13550" cap="flat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1531329" y="1301881"/>
              <a:ext cx="1089733" cy="1724421"/>
            </a:xfrm>
            <a:custGeom>
              <a:avLst/>
              <a:gdLst/>
              <a:ahLst/>
              <a:cxnLst/>
              <a:rect l="0" t="0" r="0" b="0"/>
              <a:pathLst>
                <a:path w="1089733" h="1724421">
                  <a:moveTo>
                    <a:pt x="1089733" y="1251521"/>
                  </a:moveTo>
                  <a:lnTo>
                    <a:pt x="1040407" y="1626363"/>
                  </a:lnTo>
                  <a:lnTo>
                    <a:pt x="973300" y="1724421"/>
                  </a:lnTo>
                  <a:lnTo>
                    <a:pt x="471951" y="1677459"/>
                  </a:lnTo>
                  <a:lnTo>
                    <a:pt x="84272" y="904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AE00">
                <a:alpha val="10196"/>
              </a:srgbClr>
            </a:solidFill>
            <a:ln w="13550" cap="flat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9"/>
            <p:cNvSpPr/>
            <p:nvPr/>
          </p:nvSpPr>
          <p:spPr>
            <a:xfrm>
              <a:off x="2551262" y="2227586"/>
              <a:ext cx="96897" cy="497805"/>
            </a:xfrm>
            <a:custGeom>
              <a:avLst/>
              <a:gdLst/>
              <a:ahLst/>
              <a:cxnLst/>
              <a:rect l="0" t="0" r="0" b="0"/>
              <a:pathLst>
                <a:path w="96897" h="497805">
                  <a:moveTo>
                    <a:pt x="96897" y="176264"/>
                  </a:moveTo>
                  <a:lnTo>
                    <a:pt x="0" y="497805"/>
                  </a:lnTo>
                  <a:lnTo>
                    <a:pt x="77886" y="0"/>
                  </a:lnTo>
                  <a:lnTo>
                    <a:pt x="93536" y="28931"/>
                  </a:lnTo>
                  <a:close/>
                </a:path>
              </a:pathLst>
            </a:custGeom>
            <a:solidFill>
              <a:srgbClr val="00BFC4">
                <a:alpha val="10196"/>
              </a:srgbClr>
            </a:solidFill>
            <a:ln w="13550" cap="flat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2390820" y="1654258"/>
              <a:ext cx="452367" cy="915709"/>
            </a:xfrm>
            <a:custGeom>
              <a:avLst/>
              <a:gdLst/>
              <a:ahLst/>
              <a:cxnLst/>
              <a:rect l="0" t="0" r="0" b="0"/>
              <a:pathLst>
                <a:path w="452367" h="915709">
                  <a:moveTo>
                    <a:pt x="358069" y="625881"/>
                  </a:moveTo>
                  <a:lnTo>
                    <a:pt x="254849" y="915709"/>
                  </a:lnTo>
                  <a:lnTo>
                    <a:pt x="126938" y="768233"/>
                  </a:lnTo>
                  <a:lnTo>
                    <a:pt x="0" y="566034"/>
                  </a:lnTo>
                  <a:lnTo>
                    <a:pt x="294753" y="0"/>
                  </a:lnTo>
                  <a:lnTo>
                    <a:pt x="452367" y="188706"/>
                  </a:lnTo>
                  <a:close/>
                </a:path>
              </a:pathLst>
            </a:custGeom>
            <a:solidFill>
              <a:srgbClr val="C77CFF">
                <a:alpha val="10196"/>
              </a:srgbClr>
            </a:solidFill>
            <a:ln w="13550" cap="flat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2750449" y="2040833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835019" y="1852152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2717288" y="2248539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476564" y="2759935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2359219" y="2188692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843887" y="2260779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671824" y="1797230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1499727" y="1270279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538205" y="2302075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402460" y="2815663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2717180" y="2042914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270982" y="2893918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794573" y="1876374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971678" y="2947739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2674797" y="2222481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538824" y="2919568"/>
              <a:ext cx="63202" cy="63202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2616558" y="2372249"/>
              <a:ext cx="63202" cy="63202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2464085" y="2698761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594021" y="1958082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1731401" y="1985040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2768373" y="1823591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2285171" y="2893803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2608090" y="2468721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2257425" y="2338344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2653973" y="1622657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584000" y="2174543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2793011" y="1846470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2458168" y="2744477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2614068" y="2538367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2453764" y="3132866"/>
              <a:ext cx="63202" cy="63202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519660" y="2693790"/>
              <a:ext cx="63202" cy="63202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2537711" y="2916091"/>
              <a:ext cx="63202" cy="63202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2613197" y="2224916"/>
              <a:ext cx="63202" cy="63202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2352192" y="2767052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2729223" y="1949962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492574" y="2923191"/>
              <a:ext cx="63202" cy="63202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597546" y="2195985"/>
              <a:ext cx="63202" cy="63202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2540134" y="2896643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2744093" y="1886625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2378419" y="2654990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633451" y="2001913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589461" y="2521801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2486157" y="2390891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1734923" y="2291609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811587" y="1811363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2473027" y="2994701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1465736" y="1208751"/>
              <a:ext cx="1443045" cy="204884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1148262" y="3044098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-0.05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185478" y="234287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1185478" y="164164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1430941" y="308410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1430941" y="23828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1430941" y="168165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1952066" y="325759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470256" y="325759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1855734" y="3320227"/>
              <a:ext cx="19266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392532" y="33202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950337" y="3458531"/>
              <a:ext cx="4738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PCoA 1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797085" y="2183156"/>
              <a:ext cx="4738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PCoA 2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3047959" y="1625139"/>
              <a:ext cx="1454451" cy="12160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1" name="tx81"/>
            <p:cNvSpPr/>
            <p:nvPr/>
          </p:nvSpPr>
          <p:spPr>
            <a:xfrm>
              <a:off x="3117548" y="1709450"/>
              <a:ext cx="131527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 &amp; Soil Age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3117548" y="1893796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195675" y="1971923"/>
              <a:ext cx="63202" cy="63202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3117548" y="2113252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3195675" y="2191379"/>
              <a:ext cx="63202" cy="63202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3117548" y="233270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195675" y="2410835"/>
              <a:ext cx="63202" cy="63202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3117548" y="2552164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3195675" y="2630291"/>
              <a:ext cx="63202" cy="63202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tx90"/>
            <p:cNvSpPr/>
            <p:nvPr/>
          </p:nvSpPr>
          <p:spPr>
            <a:xfrm>
              <a:off x="3406593" y="1963519"/>
              <a:ext cx="55302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Control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406593" y="2182975"/>
              <a:ext cx="6520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Control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406593" y="2402431"/>
              <a:ext cx="5345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Latrine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406593" y="2621887"/>
              <a:ext cx="63358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Latrine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465736" y="983989"/>
              <a:ext cx="838230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by Soil Age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057CFF54-A9AC-7CDD-111E-2774CC1767AB}"/>
              </a:ext>
            </a:extLst>
          </p:cNvPr>
          <p:cNvGrpSpPr/>
          <p:nvPr/>
        </p:nvGrpSpPr>
        <p:grpSpPr>
          <a:xfrm>
            <a:off x="760538" y="764704"/>
            <a:ext cx="8383462" cy="5821542"/>
            <a:chOff x="914400" y="914400"/>
            <a:chExt cx="8383462" cy="5821542"/>
          </a:xfrm>
        </p:grpSpPr>
        <p:grpSp>
          <p:nvGrpSpPr>
            <p:cNvPr id="2" name="Group 1"/>
            <p:cNvGrpSpPr>
              <a:grpSpLocks noChangeAspect="1"/>
            </p:cNvGrpSpPr>
            <p:nvPr/>
          </p:nvGrpSpPr>
          <p:grpSpPr>
            <a:xfrm>
              <a:off x="914400" y="914400"/>
              <a:ext cx="8383462" cy="5821542"/>
              <a:chOff x="914400" y="914400"/>
              <a:chExt cx="3950416" cy="2743200"/>
            </a:xfrm>
          </p:grpSpPr>
          <p:sp>
            <p:nvSpPr>
              <p:cNvPr id="3" name="rc3"/>
              <p:cNvSpPr/>
              <p:nvPr/>
            </p:nvSpPr>
            <p:spPr>
              <a:xfrm>
                <a:off x="914400" y="914400"/>
                <a:ext cx="3657600" cy="27432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" name="rc4"/>
              <p:cNvSpPr/>
              <p:nvPr/>
            </p:nvSpPr>
            <p:spPr>
              <a:xfrm>
                <a:off x="914400" y="914400"/>
                <a:ext cx="3657600" cy="27432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" name="rc5"/>
              <p:cNvSpPr/>
              <p:nvPr/>
            </p:nvSpPr>
            <p:spPr>
              <a:xfrm>
                <a:off x="1310288" y="1208751"/>
                <a:ext cx="1096667" cy="150103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pl6"/>
              <p:cNvSpPr/>
              <p:nvPr/>
            </p:nvSpPr>
            <p:spPr>
              <a:xfrm>
                <a:off x="1310288" y="2454593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l7"/>
              <p:cNvSpPr/>
              <p:nvPr/>
            </p:nvSpPr>
            <p:spPr>
              <a:xfrm>
                <a:off x="1310288" y="2002868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l8"/>
              <p:cNvSpPr/>
              <p:nvPr/>
            </p:nvSpPr>
            <p:spPr>
              <a:xfrm>
                <a:off x="1310288" y="1551143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l9"/>
              <p:cNvSpPr/>
              <p:nvPr/>
            </p:nvSpPr>
            <p:spPr>
              <a:xfrm>
                <a:off x="1401677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l10"/>
              <p:cNvSpPr/>
              <p:nvPr/>
            </p:nvSpPr>
            <p:spPr>
              <a:xfrm>
                <a:off x="1553991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l11"/>
              <p:cNvSpPr/>
              <p:nvPr/>
            </p:nvSpPr>
            <p:spPr>
              <a:xfrm>
                <a:off x="1706306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l12"/>
              <p:cNvSpPr/>
              <p:nvPr/>
            </p:nvSpPr>
            <p:spPr>
              <a:xfrm>
                <a:off x="1858621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l13"/>
              <p:cNvSpPr/>
              <p:nvPr/>
            </p:nvSpPr>
            <p:spPr>
              <a:xfrm>
                <a:off x="2010936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l14"/>
              <p:cNvSpPr/>
              <p:nvPr/>
            </p:nvSpPr>
            <p:spPr>
              <a:xfrm>
                <a:off x="2163251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l15"/>
              <p:cNvSpPr/>
              <p:nvPr/>
            </p:nvSpPr>
            <p:spPr>
              <a:xfrm>
                <a:off x="2315566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rc16"/>
              <p:cNvSpPr/>
              <p:nvPr/>
            </p:nvSpPr>
            <p:spPr>
              <a:xfrm>
                <a:off x="1348366" y="1424546"/>
                <a:ext cx="106620" cy="578322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rc17"/>
              <p:cNvSpPr/>
              <p:nvPr/>
            </p:nvSpPr>
            <p:spPr>
              <a:xfrm>
                <a:off x="1500681" y="1456757"/>
                <a:ext cx="106620" cy="546111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rc18"/>
              <p:cNvSpPr/>
              <p:nvPr/>
            </p:nvSpPr>
            <p:spPr>
              <a:xfrm>
                <a:off x="1652996" y="1523431"/>
                <a:ext cx="106620" cy="47943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rc19"/>
              <p:cNvSpPr/>
              <p:nvPr/>
            </p:nvSpPr>
            <p:spPr>
              <a:xfrm>
                <a:off x="1805311" y="1606373"/>
                <a:ext cx="106620" cy="396495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rc20"/>
              <p:cNvSpPr/>
              <p:nvPr/>
            </p:nvSpPr>
            <p:spPr>
              <a:xfrm>
                <a:off x="1957626" y="1656457"/>
                <a:ext cx="106620" cy="346410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rc21"/>
              <p:cNvSpPr/>
              <p:nvPr/>
            </p:nvSpPr>
            <p:spPr>
              <a:xfrm>
                <a:off x="2109941" y="2002868"/>
                <a:ext cx="106620" cy="461531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rc22"/>
              <p:cNvSpPr/>
              <p:nvPr/>
            </p:nvSpPr>
            <p:spPr>
              <a:xfrm>
                <a:off x="2262256" y="2002868"/>
                <a:ext cx="106620" cy="539305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l23"/>
              <p:cNvSpPr/>
              <p:nvPr/>
            </p:nvSpPr>
            <p:spPr>
              <a:xfrm>
                <a:off x="1386445" y="1276980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l24"/>
              <p:cNvSpPr/>
              <p:nvPr/>
            </p:nvSpPr>
            <p:spPr>
              <a:xfrm>
                <a:off x="1401677" y="1276980"/>
                <a:ext cx="0" cy="295131"/>
              </a:xfrm>
              <a:custGeom>
                <a:avLst/>
                <a:gdLst/>
                <a:ahLst/>
                <a:cxnLst/>
                <a:rect l="0" t="0" r="0" b="0"/>
                <a:pathLst>
                  <a:path h="295131">
                    <a:moveTo>
                      <a:pt x="0" y="0"/>
                    </a:moveTo>
                    <a:lnTo>
                      <a:pt x="0" y="29513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l25"/>
              <p:cNvSpPr/>
              <p:nvPr/>
            </p:nvSpPr>
            <p:spPr>
              <a:xfrm>
                <a:off x="1386445" y="1572112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l26"/>
              <p:cNvSpPr/>
              <p:nvPr/>
            </p:nvSpPr>
            <p:spPr>
              <a:xfrm>
                <a:off x="1538760" y="1344391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l27"/>
              <p:cNvSpPr/>
              <p:nvPr/>
            </p:nvSpPr>
            <p:spPr>
              <a:xfrm>
                <a:off x="1553991" y="1344391"/>
                <a:ext cx="0" cy="224730"/>
              </a:xfrm>
              <a:custGeom>
                <a:avLst/>
                <a:gdLst/>
                <a:ahLst/>
                <a:cxnLst/>
                <a:rect l="0" t="0" r="0" b="0"/>
                <a:pathLst>
                  <a:path h="224730">
                    <a:moveTo>
                      <a:pt x="0" y="0"/>
                    </a:moveTo>
                    <a:lnTo>
                      <a:pt x="0" y="22473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l28"/>
              <p:cNvSpPr/>
              <p:nvPr/>
            </p:nvSpPr>
            <p:spPr>
              <a:xfrm>
                <a:off x="1538760" y="1569122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l29"/>
              <p:cNvSpPr/>
              <p:nvPr/>
            </p:nvSpPr>
            <p:spPr>
              <a:xfrm>
                <a:off x="1691075" y="1433293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l30"/>
              <p:cNvSpPr/>
              <p:nvPr/>
            </p:nvSpPr>
            <p:spPr>
              <a:xfrm>
                <a:off x="1706306" y="1433293"/>
                <a:ext cx="0" cy="180277"/>
              </a:xfrm>
              <a:custGeom>
                <a:avLst/>
                <a:gdLst/>
                <a:ahLst/>
                <a:cxnLst/>
                <a:rect l="0" t="0" r="0" b="0"/>
                <a:pathLst>
                  <a:path h="180277">
                    <a:moveTo>
                      <a:pt x="0" y="0"/>
                    </a:moveTo>
                    <a:lnTo>
                      <a:pt x="0" y="18027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l31"/>
              <p:cNvSpPr/>
              <p:nvPr/>
            </p:nvSpPr>
            <p:spPr>
              <a:xfrm>
                <a:off x="1691075" y="1613570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l32"/>
              <p:cNvSpPr/>
              <p:nvPr/>
            </p:nvSpPr>
            <p:spPr>
              <a:xfrm>
                <a:off x="1843390" y="1504861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l33"/>
              <p:cNvSpPr/>
              <p:nvPr/>
            </p:nvSpPr>
            <p:spPr>
              <a:xfrm>
                <a:off x="1858621" y="1504861"/>
                <a:ext cx="0" cy="203023"/>
              </a:xfrm>
              <a:custGeom>
                <a:avLst/>
                <a:gdLst/>
                <a:ahLst/>
                <a:cxnLst/>
                <a:rect l="0" t="0" r="0" b="0"/>
                <a:pathLst>
                  <a:path h="203023">
                    <a:moveTo>
                      <a:pt x="0" y="0"/>
                    </a:moveTo>
                    <a:lnTo>
                      <a:pt x="0" y="203023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l34"/>
              <p:cNvSpPr/>
              <p:nvPr/>
            </p:nvSpPr>
            <p:spPr>
              <a:xfrm>
                <a:off x="1843390" y="1707884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l35"/>
              <p:cNvSpPr/>
              <p:nvPr/>
            </p:nvSpPr>
            <p:spPr>
              <a:xfrm>
                <a:off x="1995705" y="1574899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l36"/>
              <p:cNvSpPr/>
              <p:nvPr/>
            </p:nvSpPr>
            <p:spPr>
              <a:xfrm>
                <a:off x="2010936" y="1574899"/>
                <a:ext cx="0" cy="163117"/>
              </a:xfrm>
              <a:custGeom>
                <a:avLst/>
                <a:gdLst/>
                <a:ahLst/>
                <a:cxnLst/>
                <a:rect l="0" t="0" r="0" b="0"/>
                <a:pathLst>
                  <a:path h="163117">
                    <a:moveTo>
                      <a:pt x="0" y="0"/>
                    </a:moveTo>
                    <a:lnTo>
                      <a:pt x="0" y="16311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l37"/>
              <p:cNvSpPr/>
              <p:nvPr/>
            </p:nvSpPr>
            <p:spPr>
              <a:xfrm>
                <a:off x="1995705" y="1738016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l38"/>
              <p:cNvSpPr/>
              <p:nvPr/>
            </p:nvSpPr>
            <p:spPr>
              <a:xfrm>
                <a:off x="2148020" y="2389173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l39"/>
              <p:cNvSpPr/>
              <p:nvPr/>
            </p:nvSpPr>
            <p:spPr>
              <a:xfrm>
                <a:off x="2163251" y="2389173"/>
                <a:ext cx="0" cy="150453"/>
              </a:xfrm>
              <a:custGeom>
                <a:avLst/>
                <a:gdLst/>
                <a:ahLst/>
                <a:cxnLst/>
                <a:rect l="0" t="0" r="0" b="0"/>
                <a:pathLst>
                  <a:path h="150453">
                    <a:moveTo>
                      <a:pt x="0" y="0"/>
                    </a:moveTo>
                    <a:lnTo>
                      <a:pt x="0" y="150453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l40"/>
              <p:cNvSpPr/>
              <p:nvPr/>
            </p:nvSpPr>
            <p:spPr>
              <a:xfrm>
                <a:off x="2148020" y="2539626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l41"/>
              <p:cNvSpPr/>
              <p:nvPr/>
            </p:nvSpPr>
            <p:spPr>
              <a:xfrm>
                <a:off x="2300335" y="2442789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l42"/>
              <p:cNvSpPr/>
              <p:nvPr/>
            </p:nvSpPr>
            <p:spPr>
              <a:xfrm>
                <a:off x="2315566" y="2442789"/>
                <a:ext cx="0" cy="198768"/>
              </a:xfrm>
              <a:custGeom>
                <a:avLst/>
                <a:gdLst/>
                <a:ahLst/>
                <a:cxnLst/>
                <a:rect l="0" t="0" r="0" b="0"/>
                <a:pathLst>
                  <a:path h="198768">
                    <a:moveTo>
                      <a:pt x="0" y="0"/>
                    </a:moveTo>
                    <a:lnTo>
                      <a:pt x="0" y="198768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l43"/>
              <p:cNvSpPr/>
              <p:nvPr/>
            </p:nvSpPr>
            <p:spPr>
              <a:xfrm>
                <a:off x="2300335" y="2641557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rc44"/>
              <p:cNvSpPr/>
              <p:nvPr/>
            </p:nvSpPr>
            <p:spPr>
              <a:xfrm>
                <a:off x="1310288" y="1208751"/>
                <a:ext cx="1096667" cy="1501035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tx45"/>
              <p:cNvSpPr/>
              <p:nvPr/>
            </p:nvSpPr>
            <p:spPr>
              <a:xfrm>
                <a:off x="1148262" y="2414588"/>
                <a:ext cx="99395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-2</a:t>
                </a:r>
              </a:p>
            </p:txBody>
          </p:sp>
          <p:sp>
            <p:nvSpPr>
              <p:cNvPr id="46" name="tx46"/>
              <p:cNvSpPr/>
              <p:nvPr/>
            </p:nvSpPr>
            <p:spPr>
              <a:xfrm>
                <a:off x="1185478" y="1962863"/>
                <a:ext cx="6217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</a:t>
                </a:r>
              </a:p>
            </p:txBody>
          </p:sp>
          <p:sp>
            <p:nvSpPr>
              <p:cNvPr id="47" name="tx47"/>
              <p:cNvSpPr/>
              <p:nvPr/>
            </p:nvSpPr>
            <p:spPr>
              <a:xfrm>
                <a:off x="1185478" y="1511138"/>
                <a:ext cx="6217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2</a:t>
                </a:r>
              </a:p>
            </p:txBody>
          </p:sp>
          <p:sp>
            <p:nvSpPr>
              <p:cNvPr id="48" name="pl48"/>
              <p:cNvSpPr/>
              <p:nvPr/>
            </p:nvSpPr>
            <p:spPr>
              <a:xfrm>
                <a:off x="1275493" y="245459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l49"/>
              <p:cNvSpPr/>
              <p:nvPr/>
            </p:nvSpPr>
            <p:spPr>
              <a:xfrm>
                <a:off x="1275493" y="2002868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l50"/>
              <p:cNvSpPr/>
              <p:nvPr/>
            </p:nvSpPr>
            <p:spPr>
              <a:xfrm>
                <a:off x="1275493" y="155114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l51"/>
              <p:cNvSpPr/>
              <p:nvPr/>
            </p:nvSpPr>
            <p:spPr>
              <a:xfrm>
                <a:off x="1401677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l52"/>
              <p:cNvSpPr/>
              <p:nvPr/>
            </p:nvSpPr>
            <p:spPr>
              <a:xfrm>
                <a:off x="1553991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l53"/>
              <p:cNvSpPr/>
              <p:nvPr/>
            </p:nvSpPr>
            <p:spPr>
              <a:xfrm>
                <a:off x="1706306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l54"/>
              <p:cNvSpPr/>
              <p:nvPr/>
            </p:nvSpPr>
            <p:spPr>
              <a:xfrm>
                <a:off x="1858621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l55"/>
              <p:cNvSpPr/>
              <p:nvPr/>
            </p:nvSpPr>
            <p:spPr>
              <a:xfrm>
                <a:off x="2010936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l56"/>
              <p:cNvSpPr/>
              <p:nvPr/>
            </p:nvSpPr>
            <p:spPr>
              <a:xfrm>
                <a:off x="2163251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l57"/>
              <p:cNvSpPr/>
              <p:nvPr/>
            </p:nvSpPr>
            <p:spPr>
              <a:xfrm>
                <a:off x="2315566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tx58"/>
              <p:cNvSpPr/>
              <p:nvPr/>
            </p:nvSpPr>
            <p:spPr>
              <a:xfrm rot="18900000">
                <a:off x="3142367" y="2486120"/>
                <a:ext cx="80768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 dirty="0" err="1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Heterotrichea_X</a:t>
                </a:r>
                <a:endParaRPr sz="88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59" name="tx59"/>
              <p:cNvSpPr/>
              <p:nvPr/>
            </p:nvSpPr>
            <p:spPr>
              <a:xfrm rot="18900000">
                <a:off x="3087930" y="2571759"/>
                <a:ext cx="1049914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Chlamydomonadales</a:t>
                </a:r>
              </a:p>
            </p:txBody>
          </p:sp>
          <p:sp>
            <p:nvSpPr>
              <p:cNvPr id="60" name="tx60"/>
              <p:cNvSpPr/>
              <p:nvPr/>
            </p:nvSpPr>
            <p:spPr>
              <a:xfrm rot="18900000">
                <a:off x="3505611" y="2461841"/>
                <a:ext cx="73901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Himatismenida</a:t>
                </a:r>
              </a:p>
            </p:txBody>
          </p:sp>
          <p:sp>
            <p:nvSpPr>
              <p:cNvPr id="61" name="tx61"/>
              <p:cNvSpPr/>
              <p:nvPr/>
            </p:nvSpPr>
            <p:spPr>
              <a:xfrm rot="18900000">
                <a:off x="3811604" y="2398185"/>
                <a:ext cx="558972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Hypotrichia</a:t>
                </a:r>
              </a:p>
            </p:txBody>
          </p:sp>
          <p:sp>
            <p:nvSpPr>
              <p:cNvPr id="62" name="tx62"/>
              <p:cNvSpPr/>
              <p:nvPr/>
            </p:nvSpPr>
            <p:spPr>
              <a:xfrm rot="18900000">
                <a:off x="3809929" y="2461970"/>
                <a:ext cx="73938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Thecamoebida</a:t>
                </a:r>
              </a:p>
            </p:txBody>
          </p:sp>
          <p:sp>
            <p:nvSpPr>
              <p:cNvPr id="63" name="tx63"/>
              <p:cNvSpPr/>
              <p:nvPr/>
            </p:nvSpPr>
            <p:spPr>
              <a:xfrm rot="18900000">
                <a:off x="3792799" y="2532156"/>
                <a:ext cx="93790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Ustilaginomycotina</a:t>
                </a:r>
              </a:p>
            </p:txBody>
          </p:sp>
          <p:sp>
            <p:nvSpPr>
              <p:cNvPr id="64" name="tx64"/>
              <p:cNvSpPr/>
              <p:nvPr/>
            </p:nvSpPr>
            <p:spPr>
              <a:xfrm rot="18900000">
                <a:off x="4051183" y="2488221"/>
                <a:ext cx="81363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Microthamniales</a:t>
                </a:r>
              </a:p>
            </p:txBody>
          </p:sp>
          <p:sp>
            <p:nvSpPr>
              <p:cNvPr id="65" name="tx65"/>
              <p:cNvSpPr/>
              <p:nvPr/>
            </p:nvSpPr>
            <p:spPr>
              <a:xfrm rot="-5400000">
                <a:off x="536664" y="1909251"/>
                <a:ext cx="994684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Log fold change</a:t>
                </a:r>
              </a:p>
            </p:txBody>
          </p:sp>
          <p:sp>
            <p:nvSpPr>
              <p:cNvPr id="66" name="rc66"/>
              <p:cNvSpPr/>
              <p:nvPr/>
            </p:nvSpPr>
            <p:spPr>
              <a:xfrm>
                <a:off x="2546133" y="1670224"/>
                <a:ext cx="1956276" cy="57809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rc67"/>
              <p:cNvSpPr/>
              <p:nvPr/>
            </p:nvSpPr>
            <p:spPr>
              <a:xfrm>
                <a:off x="2615723" y="1739813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rc68"/>
              <p:cNvSpPr/>
              <p:nvPr/>
            </p:nvSpPr>
            <p:spPr>
              <a:xfrm>
                <a:off x="2464302" y="1405574"/>
                <a:ext cx="201456" cy="20145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rc69"/>
              <p:cNvSpPr/>
              <p:nvPr/>
            </p:nvSpPr>
            <p:spPr>
              <a:xfrm>
                <a:off x="2615723" y="1959269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rc70"/>
              <p:cNvSpPr/>
              <p:nvPr/>
            </p:nvSpPr>
            <p:spPr>
              <a:xfrm>
                <a:off x="2472836" y="1785861"/>
                <a:ext cx="201456" cy="201455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tx71"/>
              <p:cNvSpPr/>
              <p:nvPr/>
            </p:nvSpPr>
            <p:spPr>
              <a:xfrm>
                <a:off x="2406954" y="1473196"/>
                <a:ext cx="144712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More abundant </a:t>
                </a:r>
              </a:p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in latrines</a:t>
                </a:r>
                <a:endPara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2" name="tx72"/>
              <p:cNvSpPr/>
              <p:nvPr/>
            </p:nvSpPr>
            <p:spPr>
              <a:xfrm>
                <a:off x="2365322" y="1917514"/>
                <a:ext cx="152805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More abundant </a:t>
                </a:r>
              </a:p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in reference </a:t>
                </a:r>
                <a:b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</a:b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sediments</a:t>
                </a:r>
                <a:endPara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74" name="tx47">
              <a:extLst>
                <a:ext uri="{FF2B5EF4-FFF2-40B4-BE49-F238E27FC236}">
                  <a16:creationId xmlns:a16="http://schemas.microsoft.com/office/drawing/2014/main" id="{518008D5-80F7-D81E-9E5A-F735490AE736}"/>
                </a:ext>
              </a:extLst>
            </p:cNvPr>
            <p:cNvSpPr/>
            <p:nvPr/>
          </p:nvSpPr>
          <p:spPr>
            <a:xfrm>
              <a:off x="1882505" y="4848547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5" name="tx47">
              <a:extLst>
                <a:ext uri="{FF2B5EF4-FFF2-40B4-BE49-F238E27FC236}">
                  <a16:creationId xmlns:a16="http://schemas.microsoft.com/office/drawing/2014/main" id="{71FA3B0A-9CD8-DDF6-DFE0-3E23E6B9DEB5}"/>
                </a:ext>
              </a:extLst>
            </p:cNvPr>
            <p:cNvSpPr/>
            <p:nvPr/>
          </p:nvSpPr>
          <p:spPr>
            <a:xfrm>
              <a:off x="2202996" y="4848545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6" name="tx47">
              <a:extLst>
                <a:ext uri="{FF2B5EF4-FFF2-40B4-BE49-F238E27FC236}">
                  <a16:creationId xmlns:a16="http://schemas.microsoft.com/office/drawing/2014/main" id="{E9221D24-FB7F-5A71-A9D1-83CD88E2F17B}"/>
                </a:ext>
              </a:extLst>
            </p:cNvPr>
            <p:cNvSpPr/>
            <p:nvPr/>
          </p:nvSpPr>
          <p:spPr>
            <a:xfrm>
              <a:off x="2528864" y="4848547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7" name="tx47">
              <a:extLst>
                <a:ext uri="{FF2B5EF4-FFF2-40B4-BE49-F238E27FC236}">
                  <a16:creationId xmlns:a16="http://schemas.microsoft.com/office/drawing/2014/main" id="{615D1340-73F3-FC4A-44CC-04E3A5099BB7}"/>
                </a:ext>
              </a:extLst>
            </p:cNvPr>
            <p:cNvSpPr/>
            <p:nvPr/>
          </p:nvSpPr>
          <p:spPr>
            <a:xfrm>
              <a:off x="2848213" y="4848546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8" name="tx47">
              <a:extLst>
                <a:ext uri="{FF2B5EF4-FFF2-40B4-BE49-F238E27FC236}">
                  <a16:creationId xmlns:a16="http://schemas.microsoft.com/office/drawing/2014/main" id="{367A31B9-5601-DB29-3D53-C03AD0CC84E0}"/>
                </a:ext>
              </a:extLst>
            </p:cNvPr>
            <p:cNvSpPr/>
            <p:nvPr/>
          </p:nvSpPr>
          <p:spPr>
            <a:xfrm>
              <a:off x="3174081" y="4848867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9" name="tx47">
              <a:extLst>
                <a:ext uri="{FF2B5EF4-FFF2-40B4-BE49-F238E27FC236}">
                  <a16:creationId xmlns:a16="http://schemas.microsoft.com/office/drawing/2014/main" id="{EC0D66F8-2F75-4E6A-4E1F-9D3D5DFF7AEA}"/>
                </a:ext>
              </a:extLst>
            </p:cNvPr>
            <p:cNvSpPr/>
            <p:nvPr/>
          </p:nvSpPr>
          <p:spPr>
            <a:xfrm>
              <a:off x="3507331" y="4848544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80" name="tx47">
              <a:extLst>
                <a:ext uri="{FF2B5EF4-FFF2-40B4-BE49-F238E27FC236}">
                  <a16:creationId xmlns:a16="http://schemas.microsoft.com/office/drawing/2014/main" id="{1CDC476E-AD04-E4DD-36CD-C6353B023702}"/>
                </a:ext>
              </a:extLst>
            </p:cNvPr>
            <p:cNvSpPr/>
            <p:nvPr/>
          </p:nvSpPr>
          <p:spPr>
            <a:xfrm>
              <a:off x="3822870" y="4848544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85C46D3-4A9D-A633-58A5-6234F3F732DC}"/>
              </a:ext>
            </a:extLst>
          </p:cNvPr>
          <p:cNvSpPr txBox="1"/>
          <p:nvPr/>
        </p:nvSpPr>
        <p:spPr>
          <a:xfrm>
            <a:off x="6444208" y="1124744"/>
            <a:ext cx="2520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Heterotrichea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Chlamydomonadales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Himatismenida</a:t>
            </a:r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Hypotrichia</a:t>
            </a:r>
            <a:endParaRPr lang="en-US" dirty="0"/>
          </a:p>
          <a:p>
            <a:r>
              <a:rPr lang="en-US" dirty="0"/>
              <a:t>5. </a:t>
            </a:r>
            <a:r>
              <a:rPr lang="en-US" dirty="0" err="1"/>
              <a:t>Thecamoebida</a:t>
            </a:r>
            <a:endParaRPr lang="en-US" dirty="0"/>
          </a:p>
          <a:p>
            <a:r>
              <a:rPr lang="en-US" dirty="0"/>
              <a:t>6. </a:t>
            </a:r>
            <a:r>
              <a:rPr lang="en-US" dirty="0" err="1"/>
              <a:t>Ustilaginomycotina</a:t>
            </a:r>
            <a:endParaRPr lang="en-US" dirty="0"/>
          </a:p>
          <a:p>
            <a:r>
              <a:rPr lang="en-US" dirty="0"/>
              <a:t>7. </a:t>
            </a:r>
            <a:r>
              <a:rPr lang="en-US" dirty="0" err="1"/>
              <a:t>Microthamniales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On-screen Show (4:3)</PresentationFormat>
  <Paragraphs>58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Eckhoff, Amanda Bryn - eckhofax</cp:lastModifiedBy>
  <cp:revision>4</cp:revision>
  <dcterms:created xsi:type="dcterms:W3CDTF">2017-02-13T16:18:36Z</dcterms:created>
  <dcterms:modified xsi:type="dcterms:W3CDTF">2026-04-07T14:40:16Z</dcterms:modified>
  <cp:category/>
</cp:coreProperties>
</file>